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vtt" ContentType="text/vt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11"/>
  </p:notesMasterIdLst>
  <p:handoutMasterIdLst>
    <p:handoutMasterId r:id="rId12"/>
  </p:handoutMasterIdLst>
  <p:sldIdLst>
    <p:sldId id="282" r:id="rId2"/>
    <p:sldId id="256" r:id="rId3"/>
    <p:sldId id="271" r:id="rId4"/>
    <p:sldId id="279" r:id="rId5"/>
    <p:sldId id="281" r:id="rId6"/>
    <p:sldId id="280" r:id="rId7"/>
    <p:sldId id="257" r:id="rId8"/>
    <p:sldId id="275" r:id="rId9"/>
    <p:sldId id="276" r:id="rId10"/>
  </p:sldIdLst>
  <p:sldSz cx="12192000" cy="6858000"/>
  <p:notesSz cx="6858000" cy="9144000"/>
  <p:defaultTextStyle>
    <a:defPPr rtl="0"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欢迎" id="{E75E278A-FF0E-49A4-B170-79828D63BBAD}">
          <p14:sldIdLst>
            <p14:sldId id="282"/>
            <p14:sldId id="256"/>
          </p14:sldIdLst>
        </p14:section>
        <p14:section name="设计、平滑、添加注释、协作、操作说明搜索" id="{B9B51309-D148-4332-87C2-07BE32FBCA3B}">
          <p14:sldIdLst>
            <p14:sldId id="271"/>
            <p14:sldId id="279"/>
            <p14:sldId id="281"/>
            <p14:sldId id="280"/>
            <p14:sldId id="257"/>
            <p14:sldId id="275"/>
            <p14:sldId id="276"/>
          </p14:sldIdLst>
        </p14:section>
        <p14:section name="了解详细信息" id="{2CC34DB2-6590-42C0-AD4B-A04C6060184E}">
          <p14:sldIdLst/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3" name="作者" initials="A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24726"/>
    <a:srgbClr val="404040"/>
    <a:srgbClr val="FF9B45"/>
    <a:srgbClr val="DD462F"/>
    <a:srgbClr val="F8CFB6"/>
    <a:srgbClr val="F8CAB6"/>
    <a:srgbClr val="923922"/>
    <a:srgbClr val="F5F5F5"/>
    <a:srgbClr val="F2F2F2"/>
    <a:srgbClr val="D2B4A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18" autoAdjust="0"/>
    <p:restoredTop sz="94241" autoAdjust="0"/>
  </p:normalViewPr>
  <p:slideViewPr>
    <p:cSldViewPr snapToGrid="0">
      <p:cViewPr varScale="1">
        <p:scale>
          <a:sx n="84" d="100"/>
          <a:sy n="84" d="100"/>
        </p:scale>
        <p:origin x="878" y="48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75" d="100"/>
          <a:sy n="75" d="100"/>
        </p:scale>
        <p:origin x="3610" y="4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commentAuthors" Target="commentAuthor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handoutMaster" Target="handoutMasters/handout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AA071E02-3F1A-4B0B-8EE9-4F1B741D9601}" type="datetime1">
              <a:rPr lang="zh-CN" altLang="en-US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2026/2/1</a:t>
            </a:fld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9C679768-A2FC-4D08-91F6-8DCE6C566B36}" type="slidenum">
              <a:rPr lang="en-US" altLang="zh-CN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‹#›</a:t>
            </a:fld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830255166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endParaRPr 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fld id="{81DCBD32-5E35-4514-9815-F3DDD3668777}" type="datetime1">
              <a:rPr lang="zh-CN" altLang="en-US" smtClean="0"/>
              <a:t>2026/2/1</a:t>
            </a:fld>
            <a:endParaRPr lang="en-US" dirty="0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en-US" dirty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zh-cn" dirty="0"/>
              <a:t>单击此处编辑母版文本样式</a:t>
            </a:r>
          </a:p>
          <a:p>
            <a:pPr lvl="1" rtl="0"/>
            <a:r>
              <a:rPr lang="zh-cn" dirty="0"/>
              <a:t>第二级</a:t>
            </a:r>
          </a:p>
          <a:p>
            <a:pPr lvl="2" rtl="0"/>
            <a:r>
              <a:rPr lang="zh-cn" dirty="0"/>
              <a:t>第三级</a:t>
            </a:r>
          </a:p>
          <a:p>
            <a:pPr lvl="3" rtl="0"/>
            <a:r>
              <a:rPr lang="zh-cn" dirty="0"/>
              <a:t>第四级</a:t>
            </a:r>
          </a:p>
          <a:p>
            <a:pPr lvl="4" rtl="0"/>
            <a:r>
              <a:rPr lang="zh-cn" dirty="0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endParaRPr 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fld id="{DF61EA0F-A667-4B49-8422-0062BC55E24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1910297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Microsoft YaHei UI" panose="020B0503020204020204" pitchFamily="34" charset="-122"/>
        <a:ea typeface="Microsoft YaHei UI" panose="020B0503020204020204" pitchFamily="34" charset="-122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Microsoft YaHei UI" panose="020B0503020204020204" pitchFamily="34" charset="-122"/>
        <a:ea typeface="Microsoft YaHei UI" panose="020B0503020204020204" pitchFamily="34" charset="-122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Microsoft YaHei UI" panose="020B0503020204020204" pitchFamily="34" charset="-122"/>
        <a:ea typeface="Microsoft YaHei UI" panose="020B0503020204020204" pitchFamily="34" charset="-122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Microsoft YaHei UI" panose="020B0503020204020204" pitchFamily="34" charset="-122"/>
        <a:ea typeface="Microsoft YaHei UI" panose="020B0503020204020204" pitchFamily="34" charset="-122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Microsoft YaHei UI" panose="020B0503020204020204" pitchFamily="34" charset="-122"/>
        <a:ea typeface="Microsoft YaHei UI" panose="020B0503020204020204" pitchFamily="34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DF61EA0F-A667-4B49-8422-0062BC55E249}" type="slidenum">
              <a:rPr lang="en-US" altLang="zh-CN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1</a:t>
            </a:fld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2178084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DF61EA0F-A667-4B49-8422-0062BC55E249}" type="slidenum">
              <a:rPr lang="en-US" altLang="zh-CN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2</a:t>
            </a:fld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01176981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en-US" altLang="zh-CN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3</a:t>
            </a:fld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67540130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en-US" altLang="zh-CN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4</a:t>
            </a:fld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98111895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en-US" altLang="zh-CN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5</a:t>
            </a:fld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2397489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en-US" altLang="zh-CN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6</a:t>
            </a:fld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00867706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DF61EA0F-A667-4B49-8422-0062BC55E249}" type="slidenum">
              <a:rPr lang="en-US" altLang="zh-CN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7</a:t>
            </a:fld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03423006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en-US" altLang="zh-CN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8</a:t>
            </a:fld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89478651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en-US" altLang="zh-CN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9</a:t>
            </a:fld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36595981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长方形 6"/>
          <p:cNvSpPr/>
          <p:nvPr userDrawn="1"/>
        </p:nvSpPr>
        <p:spPr bwMode="blackWhite">
          <a:xfrm>
            <a:off x="254950" y="262784"/>
            <a:ext cx="11682101" cy="6332433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CN" altLang="en-US" sz="1800" noProof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>
              <a:defRPr>
                <a:latin typeface="Microsoft YaHei UI Light" panose="020B0502040204020203" pitchFamily="34" charset="-122"/>
                <a:ea typeface="Microsoft YaHei UI Light" panose="020B0502040204020203" pitchFamily="34" charset="-122"/>
              </a:defRPr>
            </a:lvl1pPr>
          </a:lstStyle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17185494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长方形 8"/>
          <p:cNvSpPr/>
          <p:nvPr userDrawn="1"/>
        </p:nvSpPr>
        <p:spPr>
          <a:xfrm>
            <a:off x="256032" y="265176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ctr" rtl="0"/>
            <a:endParaRPr lang="zh-CN" altLang="en-US" sz="1800" noProof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cxnSp>
        <p:nvCxnSpPr>
          <p:cNvPr id="12" name="直接连接符​​(S) 11"/>
          <p:cNvCxnSpPr/>
          <p:nvPr userDrawn="1"/>
        </p:nvCxnSpPr>
        <p:spPr>
          <a:xfrm>
            <a:off x="604434" y="1196392"/>
            <a:ext cx="10983132" cy="0"/>
          </a:xfrm>
          <a:prstGeom prst="line">
            <a:avLst/>
          </a:prstGeom>
          <a:ln w="25400">
            <a:solidFill>
              <a:srgbClr val="D247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521207" y="448056"/>
            <a:ext cx="6877119" cy="640080"/>
          </a:xfrm>
        </p:spPr>
        <p:txBody>
          <a:bodyPr rtlCol="0" anchor="b" anchorCtr="0">
            <a:normAutofit/>
          </a:bodyPr>
          <a:lstStyle>
            <a:lvl1pPr>
              <a:defRPr sz="2800">
                <a:solidFill>
                  <a:schemeClr val="bg2">
                    <a:lumMod val="25000"/>
                  </a:schemeClr>
                </a:solidFill>
                <a:latin typeface="Microsoft YaHei UI Light" panose="020B0502040204020203" pitchFamily="34" charset="-122"/>
                <a:ea typeface="Microsoft YaHei UI Light" panose="020B0502040204020203" pitchFamily="34" charset="-122"/>
              </a:defRPr>
            </a:lvl1pPr>
          </a:lstStyle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0"/>
          </p:nvPr>
        </p:nvSpPr>
        <p:spPr>
          <a:xfrm>
            <a:off x="539496" y="1435608"/>
            <a:ext cx="4416552" cy="39776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  <a:lvl2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2pPr>
            <a:lvl3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3pPr>
            <a:lvl4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4pPr>
            <a:lvl5pPr>
              <a:defRPr lang="en-US" sz="1200">
                <a:solidFill>
                  <a:schemeClr val="tx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5pPr>
          </a:lstStyle>
          <a:p>
            <a:pPr marL="0" lvl="0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zh-CN" altLang="en-US" noProof="0"/>
              <a:t>单击此处编辑母版文本样式</a:t>
            </a:r>
          </a:p>
          <a:p>
            <a:pPr marL="0" lvl="1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zh-CN" altLang="en-US" noProof="0"/>
              <a:t>二级</a:t>
            </a:r>
          </a:p>
          <a:p>
            <a:pPr marL="0" lvl="2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zh-CN" altLang="en-US" noProof="0"/>
              <a:t>三级</a:t>
            </a:r>
          </a:p>
          <a:p>
            <a:pPr marL="0" lvl="3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zh-CN" altLang="en-US" noProof="0"/>
              <a:t>四级</a:t>
            </a:r>
          </a:p>
          <a:p>
            <a:pPr marL="0" lvl="4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zh-CN" altLang="en-US" noProof="0"/>
              <a:t>五级</a:t>
            </a:r>
          </a:p>
        </p:txBody>
      </p:sp>
      <p:sp>
        <p:nvSpPr>
          <p:cNvPr id="6" name="日期占位符 3"/>
          <p:cNvSpPr>
            <a:spLocks noGrp="1"/>
          </p:cNvSpPr>
          <p:nvPr>
            <p:ph type="dt" sz="half" idx="2"/>
          </p:nvPr>
        </p:nvSpPr>
        <p:spPr>
          <a:xfrm>
            <a:off x="539496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fld id="{FC0AFDC1-AB40-4941-83E0-44D5ED544864}" type="datetime1">
              <a:rPr lang="zh-CN" altLang="en-US" noProof="0" smtClean="0"/>
              <a:t>2026/2/1</a:t>
            </a:fld>
            <a:endParaRPr lang="zh-CN" altLang="en-US" noProof="0"/>
          </a:p>
        </p:txBody>
      </p:sp>
      <p:sp>
        <p:nvSpPr>
          <p:cNvPr id="7" name="页脚占位符 4"/>
          <p:cNvSpPr>
            <a:spLocks noGrp="1"/>
          </p:cNvSpPr>
          <p:nvPr>
            <p:ph type="ftr" sz="quarter" idx="3"/>
          </p:nvPr>
        </p:nvSpPr>
        <p:spPr>
          <a:xfrm>
            <a:off x="4648200" y="62039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endParaRPr lang="zh-CN" altLang="en-US" noProof="0"/>
          </a:p>
        </p:txBody>
      </p:sp>
      <p:sp>
        <p:nvSpPr>
          <p:cNvPr id="8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371926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fld id="{9860EDB8-5305-433F-BE41-D7A86D811DB3}" type="slidenum">
              <a:rPr lang="en-US" altLang="zh-CN" noProof="0" smtClean="0"/>
              <a:pPr/>
              <a:t>‹#›</a:t>
            </a:fld>
            <a:endParaRPr lang="zh-CN" altLang="en-US" noProof="0"/>
          </a:p>
        </p:txBody>
      </p:sp>
    </p:spTree>
    <p:extLst>
      <p:ext uri="{BB962C8B-B14F-4D97-AF65-F5344CB8AC3E}">
        <p14:creationId xmlns:p14="http://schemas.microsoft.com/office/powerpoint/2010/main" val="21858365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长方形 8"/>
          <p:cNvSpPr/>
          <p:nvPr userDrawn="1"/>
        </p:nvSpPr>
        <p:spPr>
          <a:xfrm>
            <a:off x="254951" y="262784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CN" altLang="en-US" sz="1800" noProof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10" name="长方形 9"/>
          <p:cNvSpPr/>
          <p:nvPr userDrawn="1"/>
        </p:nvSpPr>
        <p:spPr bwMode="blackWhite">
          <a:xfrm>
            <a:off x="254950" y="262784"/>
            <a:ext cx="11682101" cy="2072643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CN" altLang="en-US" sz="1800" noProof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21208" y="1536192"/>
            <a:ext cx="6876288" cy="640080"/>
          </a:xfrm>
        </p:spPr>
        <p:txBody>
          <a:bodyPr rtlCol="0">
            <a:normAutofit/>
          </a:bodyPr>
          <a:lstStyle>
            <a:lvl1pPr>
              <a:defRPr sz="3600">
                <a:solidFill>
                  <a:schemeClr val="bg1"/>
                </a:solidFill>
                <a:latin typeface="Microsoft YaHei UI Light" panose="020B0502040204020203" pitchFamily="34" charset="-122"/>
                <a:ea typeface="Microsoft YaHei UI Light" panose="020B0502040204020203" pitchFamily="34" charset="-122"/>
              </a:defRPr>
            </a:lvl1pPr>
          </a:lstStyle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539496" y="2560320"/>
            <a:ext cx="9445752" cy="39776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2400" smtClean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  <a:lvl2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2pPr>
            <a:lvl3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3pPr>
            <a:lvl4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4pPr>
            <a:lvl5pPr>
              <a:def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5pPr>
          </a:lstStyle>
          <a:p>
            <a:pPr marL="0" lvl="0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zh-CN" altLang="en-US" noProof="0"/>
              <a:t>单击此处编辑母版文本样式</a:t>
            </a:r>
          </a:p>
          <a:p>
            <a:pPr marL="0" lvl="1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zh-CN" altLang="en-US" noProof="0"/>
              <a:t>二级</a:t>
            </a:r>
          </a:p>
          <a:p>
            <a:pPr marL="0" lvl="2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zh-CN" altLang="en-US" noProof="0"/>
              <a:t>三级</a:t>
            </a:r>
          </a:p>
          <a:p>
            <a:pPr marL="0" lvl="3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zh-CN" altLang="en-US" noProof="0"/>
              <a:t>四级</a:t>
            </a:r>
          </a:p>
          <a:p>
            <a:pPr marL="0" lvl="4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zh-CN" altLang="en-US" noProof="0"/>
              <a:t>五级</a:t>
            </a:r>
          </a:p>
        </p:txBody>
      </p:sp>
    </p:spTree>
    <p:extLst>
      <p:ext uri="{BB962C8B-B14F-4D97-AF65-F5344CB8AC3E}">
        <p14:creationId xmlns:p14="http://schemas.microsoft.com/office/powerpoint/2010/main" val="13356555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长方形 6"/>
          <p:cNvSpPr/>
          <p:nvPr userDrawn="1"/>
        </p:nvSpPr>
        <p:spPr>
          <a:xfrm>
            <a:off x="256032" y="265176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ctr" rtl="0"/>
            <a:endParaRPr lang="zh-CN" altLang="en-US" sz="1800" noProof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521208" y="448056"/>
            <a:ext cx="6876288" cy="640080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rmAutofit/>
          </a:bodyPr>
          <a:lstStyle/>
          <a:p>
            <a:pPr rtl="0"/>
            <a:r>
              <a:rPr lang="zh-CN" altLang="en-US" noProof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539496" y="1435608"/>
            <a:ext cx="4416552" cy="39776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zh-CN" altLang="en-US" noProof="0"/>
              <a:t>单击此处编辑母版文本样式</a:t>
            </a:r>
          </a:p>
          <a:p>
            <a:pPr lvl="1" rtl="0"/>
            <a:r>
              <a:rPr lang="zh-CN" altLang="en-US" noProof="0"/>
              <a:t>第二级</a:t>
            </a:r>
          </a:p>
          <a:p>
            <a:pPr lvl="2" rtl="0"/>
            <a:r>
              <a:rPr lang="zh-CN" altLang="en-US" noProof="0"/>
              <a:t>第三级</a:t>
            </a:r>
          </a:p>
          <a:p>
            <a:pPr lvl="3" rtl="0"/>
            <a:r>
              <a:rPr lang="zh-CN" altLang="en-US" noProof="0"/>
              <a:t>第四级</a:t>
            </a:r>
          </a:p>
          <a:p>
            <a:pPr lvl="4" rtl="0"/>
            <a:r>
              <a:rPr lang="zh-CN" altLang="en-US" noProof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539496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fld id="{1814A537-FBC6-4533-8B31-767E68D33208}" type="datetime1">
              <a:rPr lang="zh-CN" altLang="en-US" noProof="0" smtClean="0"/>
              <a:t>2026/2/1</a:t>
            </a:fld>
            <a:endParaRPr lang="zh-CN" altLang="en-US" noProof="0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648200" y="62039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endParaRPr lang="zh-CN" altLang="en-US" noProof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375904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fld id="{9860EDB8-5305-433F-BE41-D7A86D811DB3}" type="slidenum">
              <a:rPr lang="en-US" altLang="zh-CN" noProof="0" smtClean="0"/>
              <a:pPr/>
              <a:t>‹#›</a:t>
            </a:fld>
            <a:endParaRPr lang="zh-CN" altLang="en-US" noProof="0"/>
          </a:p>
        </p:txBody>
      </p:sp>
      <p:cxnSp>
        <p:nvCxnSpPr>
          <p:cNvPr id="8" name="直接连接符​​(S) 7"/>
          <p:cNvCxnSpPr/>
          <p:nvPr userDrawn="1"/>
        </p:nvCxnSpPr>
        <p:spPr>
          <a:xfrm>
            <a:off x="604434" y="1196392"/>
            <a:ext cx="10983132" cy="0"/>
          </a:xfrm>
          <a:prstGeom prst="line">
            <a:avLst/>
          </a:prstGeom>
          <a:ln w="25400">
            <a:solidFill>
              <a:srgbClr val="D247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467549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</p:sldLayoutIdLst>
  <p:hf sldNum="0" hdr="0" ftr="0" dt="0"/>
  <p:txStyles>
    <p:titleStyle>
      <a:lvl1pPr algn="l" defTabSz="914400" rtl="0" eaLnBrk="1" latinLnBrk="0" hangingPunct="1">
        <a:spcBef>
          <a:spcPct val="0"/>
        </a:spcBef>
        <a:buNone/>
        <a:defRPr sz="2800" kern="1200">
          <a:solidFill>
            <a:schemeClr val="tx1"/>
          </a:solidFill>
          <a:latin typeface="Microsoft YaHei UI Light" panose="020B0502040204020203" pitchFamily="34" charset="-122"/>
          <a:ea typeface="Microsoft YaHei UI Light" panose="020B0502040204020203" pitchFamily="34" charset="-122"/>
          <a:cs typeface="+mj-cs"/>
        </a:defRPr>
      </a:lvl1pPr>
    </p:titleStyle>
    <p:bodyStyle>
      <a:lvl1pPr marL="0" indent="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Tx/>
        <a:buNone/>
        <a:defRPr lang="en-US" sz="1200" kern="1200" dirty="0">
          <a:solidFill>
            <a:schemeClr val="tx1"/>
          </a:solidFill>
          <a:latin typeface="Microsoft YaHei UI" panose="020B0503020204020204" pitchFamily="34" charset="-122"/>
          <a:ea typeface="Microsoft YaHei UI" panose="020B0503020204020204" pitchFamily="34" charset="-122"/>
          <a:cs typeface="+mn-cs"/>
        </a:defRPr>
      </a:lvl1pPr>
      <a:lvl2pPr marL="228600" indent="-22860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>
          <a:solidFill>
            <a:schemeClr val="tx1"/>
          </a:solidFill>
          <a:latin typeface="Microsoft YaHei UI" panose="020B0503020204020204" pitchFamily="34" charset="-122"/>
          <a:ea typeface="Microsoft YaHei UI" panose="020B0503020204020204" pitchFamily="34" charset="-122"/>
          <a:cs typeface="+mn-cs"/>
        </a:defRPr>
      </a:lvl2pPr>
      <a:lvl3pPr marL="685800" indent="-22860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>
          <a:solidFill>
            <a:schemeClr val="tx1"/>
          </a:solidFill>
          <a:latin typeface="Microsoft YaHei UI" panose="020B0503020204020204" pitchFamily="34" charset="-122"/>
          <a:ea typeface="Microsoft YaHei UI" panose="020B0503020204020204" pitchFamily="34" charset="-122"/>
          <a:cs typeface="+mn-cs"/>
        </a:defRPr>
      </a:lvl3pPr>
      <a:lvl4pPr marL="1143000" indent="-22860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Microsoft YaHei UI" panose="020B0503020204020204" pitchFamily="34" charset="-122"/>
          <a:ea typeface="Microsoft YaHei UI" panose="020B0503020204020204" pitchFamily="34" charset="-122"/>
          <a:cs typeface="+mn-cs"/>
        </a:defRPr>
      </a:lvl4pPr>
      <a:lvl5pPr marL="1600200" indent="-22860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Microsoft YaHei UI" panose="020B0503020204020204" pitchFamily="34" charset="-122"/>
          <a:ea typeface="Microsoft YaHei UI" panose="020B0503020204020204" pitchFamily="34" charset="-122"/>
          <a:cs typeface="+mn-cs"/>
        </a:defRPr>
      </a:lvl5pPr>
      <a:lvl6pPr marL="2057400" indent="-22860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6pPr>
      <a:lvl7pPr marL="2514600" indent="-22860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7pPr>
      <a:lvl8pPr marL="2971800" indent="-22860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8pPr>
      <a:lvl9pPr marL="34290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://go.microsoft.com/fwlink/?LinkId=617172" TargetMode="External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.png"/><Relationship Id="rId5" Type="http://schemas.openxmlformats.org/officeDocument/2006/relationships/image" Target="../media/image1.png"/><Relationship Id="rId4" Type="http://schemas.openxmlformats.org/officeDocument/2006/relationships/hyperlink" Target="http://go.microsoft.com/fwlink/?LinkId=623327" TargetMode="Externa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image" Target="../media/image8.png"/><Relationship Id="rId5" Type="http://schemas.microsoft.com/office/2017/04/relationships/track" Target="../media/track1.vtt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emf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标题 9"/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 rtl="0"/>
            <a:r>
              <a:rPr lang="zh-CN" altLang="en-US">
                <a:cs typeface="Segoe UI Light" panose="020B0502040204020203" pitchFamily="34" charset="0"/>
              </a:rPr>
              <a:t>尚有关于 </a:t>
            </a:r>
            <a:r>
              <a:rPr lang="en-US" altLang="zh-CN">
                <a:cs typeface="Segoe UI Light" panose="020B0502040204020203" pitchFamily="34" charset="0"/>
              </a:rPr>
              <a:t>PowerPoint </a:t>
            </a:r>
            <a:r>
              <a:rPr lang="zh-CN" altLang="en-US">
                <a:cs typeface="Segoe UI Light" panose="020B0502040204020203" pitchFamily="34" charset="0"/>
              </a:rPr>
              <a:t>的问题？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half" idx="4294967295"/>
          </p:nvPr>
        </p:nvSpPr>
        <p:spPr>
          <a:xfrm>
            <a:off x="541611" y="2614427"/>
            <a:ext cx="9442648" cy="3978275"/>
          </a:xfrm>
        </p:spPr>
        <p:txBody>
          <a:bodyPr rtlCol="0">
            <a:normAutofit/>
          </a:bodyPr>
          <a:lstStyle/>
          <a:p>
            <a:pPr marL="0" indent="0" rtl="0">
              <a:lnSpc>
                <a:spcPts val="3600"/>
              </a:lnSpc>
              <a:spcAft>
                <a:spcPts val="0"/>
              </a:spcAft>
              <a:buNone/>
            </a:pPr>
            <a:r>
              <a:rPr lang="zh-CN" altLang="en-US" sz="2000">
                <a:latin typeface="Microsoft YaHei UI Light" panose="020B0502040204020203" pitchFamily="34" charset="-122"/>
                <a:ea typeface="Microsoft YaHei UI Light" panose="020B0502040204020203" pitchFamily="34" charset="-122"/>
                <a:cs typeface="Segoe UI Light" panose="020B0502040204020203" pitchFamily="34" charset="0"/>
              </a:rPr>
              <a:t>选择</a:t>
            </a:r>
            <a:r>
              <a:rPr lang="zh-CN" altLang="en-US" sz="2000">
                <a:cs typeface="Segoe UI Light" panose="020B0502040204020203" pitchFamily="34" charset="0"/>
              </a:rPr>
              <a:t>“</a:t>
            </a:r>
            <a:r>
              <a:rPr lang="zh-CN" altLang="en-US" sz="2000" b="1">
                <a:solidFill>
                  <a:srgbClr val="D24726"/>
                </a:solidFill>
                <a:cs typeface="Segoe UI Semibold" panose="020B0702040204020203" pitchFamily="34" charset="0"/>
              </a:rPr>
              <a:t>操作说明搜索</a:t>
            </a:r>
            <a:r>
              <a:rPr lang="zh-CN" altLang="en-US" sz="2000">
                <a:cs typeface="Segoe UI Light" panose="020B0502040204020203" pitchFamily="34" charset="0"/>
              </a:rPr>
              <a:t>”                 </a:t>
            </a:r>
            <a:r>
              <a:rPr lang="zh-CN" altLang="en-US" sz="2000">
                <a:latin typeface="Microsoft YaHei UI Light" panose="020B0502040204020203" pitchFamily="34" charset="-122"/>
                <a:ea typeface="Microsoft YaHei UI Light" panose="020B0502040204020203" pitchFamily="34" charset="-122"/>
                <a:cs typeface="Segoe UI Light" panose="020B0502040204020203" pitchFamily="34" charset="0"/>
              </a:rPr>
              <a:t>按钮，然后键入想要了解的内容。</a:t>
            </a:r>
            <a:br>
              <a:rPr lang="zh-CN" altLang="en-US" sz="2000">
                <a:latin typeface="Microsoft YaHei UI Light" panose="020B0502040204020203" pitchFamily="34" charset="-122"/>
                <a:ea typeface="Microsoft YaHei UI Light" panose="020B0502040204020203" pitchFamily="34" charset="-122"/>
                <a:cs typeface="Segoe UI Light" panose="020B0502040204020203" pitchFamily="34" charset="0"/>
              </a:rPr>
            </a:br>
            <a:endParaRPr lang="zh-CN" altLang="en-US" sz="2000">
              <a:latin typeface="Microsoft YaHei UI Light" panose="020B0502040204020203" pitchFamily="34" charset="-122"/>
              <a:ea typeface="Microsoft YaHei UI Light" panose="020B0502040204020203" pitchFamily="34" charset="-122"/>
              <a:cs typeface="Segoe UI Light" panose="020B0502040204020203" pitchFamily="34" charset="0"/>
            </a:endParaRPr>
          </a:p>
          <a:p>
            <a:pPr marL="0" indent="0" rtl="0">
              <a:lnSpc>
                <a:spcPts val="3600"/>
              </a:lnSpc>
              <a:spcAft>
                <a:spcPts val="0"/>
              </a:spcAft>
              <a:buNone/>
            </a:pPr>
            <a:r>
              <a:rPr lang="zh-CN" altLang="en-US" sz="2000" u="sng">
                <a:latin typeface="Microsoft YaHei UI Light" panose="020B0502040204020203" pitchFamily="34" charset="-122"/>
                <a:ea typeface="Microsoft YaHei UI Light" panose="020B0502040204020203" pitchFamily="34" charset="-122"/>
                <a:cs typeface="Segoe UI Light" panose="020B0502040204020203" pitchFamily="34" charset="0"/>
                <a:hlinkClick r:id="rId3" tooltip="访问 PowerPoint 团队博客"/>
              </a:rPr>
              <a:t>访问 </a:t>
            </a:r>
            <a:r>
              <a:rPr lang="en-US" altLang="zh-CN" sz="2000" u="sng">
                <a:latin typeface="Microsoft YaHei UI Light" panose="020B0502040204020203" pitchFamily="34" charset="-122"/>
                <a:ea typeface="Microsoft YaHei UI Light" panose="020B0502040204020203" pitchFamily="34" charset="-122"/>
                <a:cs typeface="Segoe UI Light" panose="020B0502040204020203" pitchFamily="34" charset="0"/>
                <a:hlinkClick r:id="rId3" tooltip="访问 PowerPoint 团队博客"/>
              </a:rPr>
              <a:t>PowerPoint </a:t>
            </a:r>
            <a:r>
              <a:rPr lang="zh-CN" altLang="en-US" sz="2000" u="sng">
                <a:latin typeface="Microsoft YaHei UI Light" panose="020B0502040204020203" pitchFamily="34" charset="-122"/>
                <a:ea typeface="Microsoft YaHei UI Light" panose="020B0502040204020203" pitchFamily="34" charset="-122"/>
                <a:cs typeface="Segoe UI Light" panose="020B0502040204020203" pitchFamily="34" charset="0"/>
                <a:hlinkClick r:id="rId3" tooltip="访问 PowerPoint 团队博客"/>
              </a:rPr>
              <a:t>团队博客</a:t>
            </a:r>
            <a:endParaRPr lang="zh-CN" altLang="en-US" sz="2000">
              <a:latin typeface="Microsoft YaHei UI Light" panose="020B0502040204020203" pitchFamily="34" charset="-122"/>
              <a:ea typeface="Microsoft YaHei UI Light" panose="020B0502040204020203" pitchFamily="34" charset="-122"/>
              <a:cs typeface="Segoe UI Light" panose="020B0502040204020203" pitchFamily="34" charset="0"/>
            </a:endParaRPr>
          </a:p>
          <a:p>
            <a:pPr marL="0" indent="0" rtl="0">
              <a:lnSpc>
                <a:spcPts val="36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rPr lang="zh-CN" altLang="en-US" sz="2000">
                <a:latin typeface="Microsoft YaHei UI Light" panose="020B0502040204020203" pitchFamily="34" charset="-122"/>
                <a:ea typeface="Microsoft YaHei UI Light" panose="020B0502040204020203" pitchFamily="34" charset="-122"/>
                <a:cs typeface="Segoe UI Light" panose="020B0502040204020203" pitchFamily="34" charset="0"/>
                <a:hlinkClick r:id="rId4" tooltip="转到免费的 PowerPoint 培训"/>
              </a:rPr>
              <a:t>转到免费的 </a:t>
            </a:r>
            <a:r>
              <a:rPr lang="en-US" altLang="zh-CN" sz="2000">
                <a:latin typeface="Microsoft YaHei UI Light" panose="020B0502040204020203" pitchFamily="34" charset="-122"/>
                <a:ea typeface="Microsoft YaHei UI Light" panose="020B0502040204020203" pitchFamily="34" charset="-122"/>
                <a:cs typeface="Segoe UI Light" panose="020B0502040204020203" pitchFamily="34" charset="0"/>
                <a:hlinkClick r:id="rId4" tooltip="转到免费的 PowerPoint 培训"/>
              </a:rPr>
              <a:t>PowerPoint </a:t>
            </a:r>
            <a:r>
              <a:rPr lang="zh-CN" altLang="en-US" sz="2000">
                <a:latin typeface="Microsoft YaHei UI Light" panose="020B0502040204020203" pitchFamily="34" charset="-122"/>
                <a:ea typeface="Microsoft YaHei UI Light" panose="020B0502040204020203" pitchFamily="34" charset="-122"/>
                <a:cs typeface="Segoe UI Light" panose="020B0502040204020203" pitchFamily="34" charset="0"/>
                <a:hlinkClick r:id="rId4" tooltip="转到免费的 PowerPoint 培训"/>
              </a:rPr>
              <a:t>培训</a:t>
            </a:r>
            <a:endParaRPr lang="zh-CN" altLang="en-US" sz="2000">
              <a:latin typeface="Microsoft YaHei UI Light" panose="020B0502040204020203" pitchFamily="34" charset="-122"/>
              <a:ea typeface="Microsoft YaHei UI Light" panose="020B0502040204020203" pitchFamily="34" charset="-122"/>
              <a:cs typeface="Segoe UI Light" panose="020B0502040204020203" pitchFamily="34" charset="0"/>
            </a:endParaRPr>
          </a:p>
          <a:p>
            <a:pPr marL="0" indent="0" rtl="0">
              <a:lnSpc>
                <a:spcPts val="3600"/>
              </a:lnSpc>
              <a:spcAft>
                <a:spcPts val="0"/>
              </a:spcAft>
              <a:buNone/>
            </a:pPr>
            <a:endParaRPr lang="zh-CN" altLang="en-US" sz="2000">
              <a:latin typeface="Microsoft YaHei UI Light" panose="020B0502040204020203" pitchFamily="34" charset="-122"/>
              <a:ea typeface="Microsoft YaHei UI Light" panose="020B0502040204020203" pitchFamily="34" charset="-122"/>
              <a:cs typeface="Segoe UI Light" panose="020B0502040204020203" pitchFamily="34" charset="0"/>
            </a:endParaRPr>
          </a:p>
          <a:p>
            <a:pPr marL="0" indent="0" rtl="0">
              <a:lnSpc>
                <a:spcPts val="3600"/>
              </a:lnSpc>
              <a:spcAft>
                <a:spcPts val="0"/>
              </a:spcAft>
              <a:buNone/>
            </a:pPr>
            <a:endParaRPr lang="zh-CN" altLang="en-US" sz="2000">
              <a:latin typeface="Microsoft YaHei UI Light" panose="020B0502040204020203" pitchFamily="34" charset="-122"/>
              <a:ea typeface="Microsoft YaHei UI Light" panose="020B0502040204020203" pitchFamily="34" charset="-122"/>
              <a:cs typeface="Segoe UI Light" panose="020B0502040204020203" pitchFamily="34" charset="0"/>
            </a:endParaRPr>
          </a:p>
        </p:txBody>
      </p:sp>
      <p:pic>
        <p:nvPicPr>
          <p:cNvPr id="2" name="图片 1" descr="“操作说明搜索”按钮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2884920" y="2377057"/>
            <a:ext cx="1268511" cy="1189747"/>
          </a:xfrm>
          <a:prstGeom prst="rect">
            <a:avLst/>
          </a:prstGeom>
        </p:spPr>
      </p:pic>
      <p:pic>
        <p:nvPicPr>
          <p:cNvPr id="8" name="图片 7" descr="其超链接指向 PowerPoint 团队博客的向右箭头。选择该图像，访问 PowerPoint 团队博客 ">
            <a:hlinkClick r:id="rId3" tooltip="选择此处，访问 PowerPoint 团队博客。"/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09398" y="3566804"/>
            <a:ext cx="661940" cy="661940"/>
          </a:xfrm>
          <a:prstGeom prst="rect">
            <a:avLst/>
          </a:prstGeom>
        </p:spPr>
      </p:pic>
      <p:pic>
        <p:nvPicPr>
          <p:cNvPr id="7" name="图片 6" descr="带有指向免费 PowerPoint 培训超链接的向右箭头。选择该图像可访问免费的 PowerPoint 培训">
            <a:hlinkClick r:id="rId4" tooltip="选择此处，转到免费的 PowerPoint 培训。"/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09398" y="4252716"/>
            <a:ext cx="661940" cy="661940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541611" y="5738132"/>
            <a:ext cx="619397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rtl="0"/>
            <a:r>
              <a:rPr lang="zh-CN" altLang="en-US" sz="1400">
                <a:latin typeface="Microsoft YaHei UI Light" panose="020B0502040204020203" pitchFamily="34" charset="-122"/>
                <a:ea typeface="Microsoft YaHei UI Light" panose="020B0502040204020203" pitchFamily="34" charset="-122"/>
                <a:cs typeface="Segoe UI Light" panose="020B0502040204020203" pitchFamily="34" charset="0"/>
              </a:rPr>
              <a:t>在幻灯片放映模式下选择箭头</a:t>
            </a:r>
          </a:p>
        </p:txBody>
      </p:sp>
      <p:pic>
        <p:nvPicPr>
          <p:cNvPr id="11" name="图片 10" descr="“操作说明搜索”框建议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8106173" y="2694293"/>
            <a:ext cx="3342918" cy="14694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302588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drape"/>
      </p:transition>
    </mc:Choice>
    <mc:Fallback xmlns="">
      <p:transition xmlns:p14="http://schemas.microsoft.com/office/powerpoint/2010/main"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838200" y="1164324"/>
            <a:ext cx="10515600" cy="2387600"/>
          </a:xfrm>
        </p:spPr>
        <p:txBody>
          <a:bodyPr rtlCol="0" anchor="ctr" anchorCtr="0">
            <a:normAutofit/>
          </a:bodyPr>
          <a:lstStyle/>
          <a:p>
            <a:pPr rtl="0"/>
            <a:r>
              <a:rPr lang="zh-CN" altLang="en-US" sz="4800">
                <a:solidFill>
                  <a:schemeClr val="bg1"/>
                </a:solidFill>
              </a:rPr>
              <a:t>欢迎使用 </a:t>
            </a:r>
            <a:r>
              <a:rPr lang="en-US" altLang="zh-CN" sz="4800">
                <a:solidFill>
                  <a:schemeClr val="bg1"/>
                </a:solidFill>
              </a:rPr>
              <a:t>PowerPoint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4294967295"/>
          </p:nvPr>
        </p:nvSpPr>
        <p:spPr>
          <a:xfrm>
            <a:off x="855620" y="2933105"/>
            <a:ext cx="9582736" cy="1137793"/>
          </a:xfrm>
        </p:spPr>
        <p:txBody>
          <a:bodyPr rtlCol="0">
            <a:normAutofit/>
          </a:bodyPr>
          <a:lstStyle/>
          <a:p>
            <a:pPr marL="0" indent="0" rtl="0">
              <a:buNone/>
            </a:pPr>
            <a:r>
              <a:rPr lang="zh-CN" altLang="en-US" sz="2400">
                <a:solidFill>
                  <a:schemeClr val="bg1"/>
                </a:solidFill>
                <a:latin typeface="Microsoft YaHei UI Light" panose="020B0502040204020203" pitchFamily="34" charset="-122"/>
                <a:ea typeface="Microsoft YaHei UI Light" panose="020B0502040204020203" pitchFamily="34" charset="-122"/>
              </a:rPr>
              <a:t>简化工作的 </a:t>
            </a:r>
            <a:r>
              <a:rPr lang="en-US" altLang="zh-CN" sz="2400">
                <a:solidFill>
                  <a:schemeClr val="bg1"/>
                </a:solidFill>
                <a:latin typeface="Microsoft YaHei UI Light" panose="020B0502040204020203" pitchFamily="34" charset="-122"/>
                <a:ea typeface="Microsoft YaHei UI Light" panose="020B0502040204020203" pitchFamily="34" charset="-122"/>
              </a:rPr>
              <a:t>5 </a:t>
            </a:r>
            <a:r>
              <a:rPr lang="zh-CN" altLang="en-US" sz="2400">
                <a:solidFill>
                  <a:schemeClr val="bg1"/>
                </a:solidFill>
                <a:latin typeface="Microsoft YaHei UI Light" panose="020B0502040204020203" pitchFamily="34" charset="-122"/>
                <a:ea typeface="Microsoft YaHei UI Light" panose="020B0502040204020203" pitchFamily="34" charset="-122"/>
              </a:rPr>
              <a:t>个窍门</a:t>
            </a:r>
          </a:p>
        </p:txBody>
      </p:sp>
      <p:pic>
        <p:nvPicPr>
          <p:cNvPr id="4" name="图片 3" descr="PowerPoint 程序图标"/>
          <p:cNvPicPr>
            <a:picLocks noChangeAspect="1"/>
          </p:cNvPicPr>
          <p:nvPr/>
        </p:nvPicPr>
        <p:blipFill>
          <a:blip r:embed="rId3"/>
          <a:srcRect/>
          <a:stretch/>
        </p:blipFill>
        <p:spPr bwMode="invGray">
          <a:xfrm>
            <a:off x="670216" y="5193062"/>
            <a:ext cx="822960" cy="822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18077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7"/>
          <p:cNvSpPr>
            <a:spLocks noGrp="1"/>
          </p:cNvSpPr>
          <p:nvPr>
            <p:ph type="title"/>
          </p:nvPr>
        </p:nvSpPr>
        <p:spPr/>
        <p:txBody>
          <a:bodyPr rtlCol="0">
            <a:noAutofit/>
          </a:bodyPr>
          <a:lstStyle/>
          <a:p>
            <a:pPr rtl="0"/>
            <a:r>
              <a:rPr lang="zh-CN" altLang="en-US" dirty="0">
                <a:cs typeface="Segoe UI Light" panose="020B0502040204020203" pitchFamily="34" charset="0"/>
              </a:rPr>
              <a:t>设计器可帮助用户表达观点</a:t>
            </a:r>
          </a:p>
        </p:txBody>
      </p:sp>
      <p:sp>
        <p:nvSpPr>
          <p:cNvPr id="38" name="内容占位符 17"/>
          <p:cNvSpPr txBox="1">
            <a:spLocks/>
          </p:cNvSpPr>
          <p:nvPr/>
        </p:nvSpPr>
        <p:spPr>
          <a:xfrm>
            <a:off x="541610" y="1524708"/>
            <a:ext cx="4321704" cy="387151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rtl="0">
              <a:spcAft>
                <a:spcPts val="600"/>
              </a:spcAft>
              <a:buNone/>
              <a:defRPr/>
            </a:pPr>
            <a:r>
              <a:rPr lang="en-US" altLang="zh-CN">
                <a:latin typeface="Microsoft YaHei UI" panose="020B0503020204020204" pitchFamily="34" charset="-122"/>
                <a:ea typeface="Microsoft YaHei UI" panose="020B0503020204020204" pitchFamily="34" charset="-122"/>
                <a:cs typeface="Segoe UI" panose="020B0502040204020203" pitchFamily="34" charset="0"/>
              </a:rPr>
              <a:t>PowerPoint </a:t>
            </a:r>
            <a:r>
              <a:rPr lang="zh-CN" altLang="en-US">
                <a:latin typeface="Microsoft YaHei UI" panose="020B0503020204020204" pitchFamily="34" charset="-122"/>
                <a:ea typeface="Microsoft YaHei UI" panose="020B0503020204020204" pitchFamily="34" charset="-122"/>
                <a:cs typeface="Segoe UI" panose="020B0502040204020203" pitchFamily="34" charset="0"/>
              </a:rPr>
              <a:t>设计器根据幻灯片中的内容，为演示文稿提供专业的设计建议。 </a:t>
            </a:r>
          </a:p>
          <a:p>
            <a:pPr marL="0" lvl="0" indent="0" rtl="0">
              <a:spcAft>
                <a:spcPts val="600"/>
              </a:spcAft>
              <a:buNone/>
              <a:defRPr/>
            </a:pPr>
            <a:r>
              <a:rPr lang="zh-CN" altLang="en-US">
                <a:latin typeface="Microsoft YaHei UI" panose="020B0503020204020204" pitchFamily="34" charset="-122"/>
                <a:ea typeface="Microsoft YaHei UI" panose="020B0503020204020204" pitchFamily="34" charset="-122"/>
                <a:cs typeface="Segoe UI" panose="020B0502040204020203" pitchFamily="34" charset="0"/>
              </a:rPr>
              <a:t>设计器是订阅专属功能。</a:t>
            </a:r>
            <a:r>
              <a:rPr lang="zh-CN" altLang="en-US">
                <a:solidFill>
                  <a:prstClr val="black">
                    <a:lumMod val="75000"/>
                    <a:lumOff val="25000"/>
                  </a:prst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Segoe UI" panose="020B0502040204020203" pitchFamily="34" charset="0"/>
              </a:rPr>
              <a:t>如果你有 </a:t>
            </a:r>
            <a:r>
              <a:rPr lang="en-US" altLang="zh-CN">
                <a:solidFill>
                  <a:prstClr val="black">
                    <a:lumMod val="75000"/>
                    <a:lumOff val="25000"/>
                  </a:prst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Segoe UI" panose="020B0502040204020203" pitchFamily="34" charset="0"/>
              </a:rPr>
              <a:t>Office 365 </a:t>
            </a:r>
            <a:r>
              <a:rPr lang="zh-CN" altLang="en-US">
                <a:solidFill>
                  <a:prstClr val="black">
                    <a:lumMod val="75000"/>
                    <a:lumOff val="25000"/>
                  </a:prst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Segoe UI" panose="020B0502040204020203" pitchFamily="34" charset="0"/>
              </a:rPr>
              <a:t>订阅，下一张幻灯片会介绍如何在新的演示文稿中使用此功能。</a:t>
            </a:r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  <a:cs typeface="Segoe UI" panose="020B0502040204020203" pitchFamily="34" charset="0"/>
            </a:endParaRPr>
          </a:p>
        </p:txBody>
      </p:sp>
      <p:pic>
        <p:nvPicPr>
          <p:cNvPr id="5" name="图片 4" descr="显示不同设计选项的设计灵感窗格"/>
          <p:cNvPicPr>
            <a:picLocks noChangeAspect="1"/>
          </p:cNvPicPr>
          <p:nvPr/>
        </p:nvPicPr>
        <p:blipFill rotWithShape="1">
          <a:blip r:embed="rId3"/>
          <a:srcRect l="21716" t="2160" r="1890" b="-2160"/>
          <a:stretch/>
        </p:blipFill>
        <p:spPr>
          <a:xfrm>
            <a:off x="4976037" y="1385113"/>
            <a:ext cx="6513229" cy="45776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76161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zh-CN" altLang="en-US" dirty="0">
                <a:cs typeface="Segoe UI Light" panose="020B0502040204020203" pitchFamily="34" charset="0"/>
              </a:rPr>
              <a:t>如何使用 </a:t>
            </a:r>
            <a:r>
              <a:rPr lang="en-US" altLang="zh-CN" dirty="0">
                <a:cs typeface="Segoe UI Light" panose="020B0502040204020203" pitchFamily="34" charset="0"/>
              </a:rPr>
              <a:t>PowerPoint </a:t>
            </a:r>
            <a:r>
              <a:rPr lang="zh-CN" altLang="en-US" dirty="0">
                <a:cs typeface="Segoe UI Light" panose="020B0502040204020203" pitchFamily="34" charset="0"/>
              </a:rPr>
              <a:t>设计器</a:t>
            </a:r>
          </a:p>
        </p:txBody>
      </p:sp>
      <p:sp>
        <p:nvSpPr>
          <p:cNvPr id="25" name="内容占位符 17"/>
          <p:cNvSpPr txBox="1">
            <a:spLocks/>
          </p:cNvSpPr>
          <p:nvPr/>
        </p:nvSpPr>
        <p:spPr>
          <a:xfrm>
            <a:off x="541609" y="1455491"/>
            <a:ext cx="5110161" cy="47114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rtl="0">
              <a:spcAft>
                <a:spcPts val="2000"/>
              </a:spcAft>
              <a:buNone/>
            </a:pPr>
            <a:r>
              <a:rPr lang="zh-CN" altLang="en-US">
                <a:latin typeface="Microsoft YaHei UI" panose="020B0503020204020204" pitchFamily="34" charset="-122"/>
                <a:ea typeface="Microsoft YaHei UI" panose="020B0503020204020204" pitchFamily="34" charset="-122"/>
                <a:cs typeface="Segoe UI" panose="020B0502040204020203" pitchFamily="34" charset="0"/>
              </a:rPr>
              <a:t>工作方式如下：</a:t>
            </a:r>
          </a:p>
        </p:txBody>
      </p:sp>
      <p:grpSp>
        <p:nvGrpSpPr>
          <p:cNvPr id="18" name="组 17" descr="带有编号 1（表示第 1 步）的小圆圈"/>
          <p:cNvGrpSpPr/>
          <p:nvPr/>
        </p:nvGrpSpPr>
        <p:grpSpPr bwMode="blackWhite">
          <a:xfrm>
            <a:off x="531552" y="1917997"/>
            <a:ext cx="558179" cy="409838"/>
            <a:chOff x="6953426" y="711274"/>
            <a:chExt cx="558179" cy="409838"/>
          </a:xfrm>
        </p:grpSpPr>
        <p:sp>
          <p:nvSpPr>
            <p:cNvPr id="19" name="椭圆形 18" descr="小圆圈"/>
            <p:cNvSpPr/>
            <p:nvPr/>
          </p:nvSpPr>
          <p:spPr bwMode="blackWhite">
            <a:xfrm>
              <a:off x="7025069" y="711274"/>
              <a:ext cx="409838" cy="409838"/>
            </a:xfrm>
            <a:prstGeom prst="ellipse">
              <a:avLst/>
            </a:prstGeom>
            <a:solidFill>
              <a:srgbClr val="D247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zh-CN" altLang="en-US"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20" name="文本框 19" descr="编号 1"/>
            <p:cNvSpPr txBox="1">
              <a:spLocks noChangeAspect="1"/>
            </p:cNvSpPr>
            <p:nvPr/>
          </p:nvSpPr>
          <p:spPr bwMode="blackWhite">
            <a:xfrm>
              <a:off x="6953426" y="727564"/>
              <a:ext cx="55817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rtl="0"/>
              <a:r>
                <a:rPr lang="en-US" altLang="zh-CN" b="1" dirty="0">
                  <a:solidFill>
                    <a:schemeClr val="bg1"/>
                  </a:solidFill>
                  <a:latin typeface="Microsoft YaHei UI" panose="020B0503020204020204" pitchFamily="34" charset="-122"/>
                  <a:ea typeface="Microsoft YaHei UI" panose="020B0503020204020204" pitchFamily="34" charset="-122"/>
                  <a:cs typeface="Segoe UI Semibold" panose="020B0702040204020203" pitchFamily="34" charset="0"/>
                </a:rPr>
                <a:t>1</a:t>
              </a:r>
            </a:p>
          </p:txBody>
        </p:sp>
      </p:grpSp>
      <p:sp>
        <p:nvSpPr>
          <p:cNvPr id="21" name="内容占位符 17"/>
          <p:cNvSpPr txBox="1">
            <a:spLocks/>
          </p:cNvSpPr>
          <p:nvPr/>
        </p:nvSpPr>
        <p:spPr>
          <a:xfrm>
            <a:off x="1056513" y="1958189"/>
            <a:ext cx="4585731" cy="59655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rtl="0">
              <a:spcAft>
                <a:spcPts val="600"/>
              </a:spcAft>
              <a:buNone/>
              <a:defRPr/>
            </a:pPr>
            <a:r>
              <a:rPr lang="zh-CN" altLang="en-US" dirty="0">
                <a:solidFill>
                  <a:prstClr val="black">
                    <a:lumMod val="75000"/>
                    <a:lumOff val="25000"/>
                  </a:prst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Segoe UI" panose="020B0502040204020203" pitchFamily="34" charset="0"/>
              </a:rPr>
              <a:t>转到“</a:t>
            </a:r>
            <a:r>
              <a:rPr lang="zh-CN" altLang="en-US" b="1" dirty="0">
                <a:solidFill>
                  <a:srgbClr val="D24726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Segoe UI Semibold" panose="020B0702040204020203" pitchFamily="34" charset="0"/>
              </a:rPr>
              <a:t>文件</a:t>
            </a:r>
            <a:r>
              <a:rPr lang="zh-CN" altLang="en-US" dirty="0">
                <a:solidFill>
                  <a:prstClr val="black">
                    <a:lumMod val="75000"/>
                    <a:lumOff val="25000"/>
                  </a:prst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Segoe UI"/>
              </a:rPr>
              <a:t>”</a:t>
            </a:r>
            <a:r>
              <a:rPr lang="en-US" altLang="zh-CN" dirty="0">
                <a:solidFill>
                  <a:prstClr val="black">
                    <a:lumMod val="75000"/>
                    <a:lumOff val="25000"/>
                  </a:prst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Segoe UI"/>
              </a:rPr>
              <a:t>&gt;</a:t>
            </a:r>
            <a:r>
              <a:rPr lang="zh-CN" altLang="en-US" dirty="0">
                <a:solidFill>
                  <a:prstClr val="black">
                    <a:lumMod val="75000"/>
                    <a:lumOff val="25000"/>
                  </a:prst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Segoe UI"/>
              </a:rPr>
              <a:t>“</a:t>
            </a:r>
            <a:r>
              <a:rPr lang="zh-CN" altLang="en-US" b="1" dirty="0">
                <a:solidFill>
                  <a:srgbClr val="D24726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Segoe UI Semibold" panose="020B0702040204020203" pitchFamily="34" charset="0"/>
              </a:rPr>
              <a:t>新建</a:t>
            </a:r>
            <a:r>
              <a:rPr lang="zh-CN" altLang="en-US" dirty="0">
                <a:solidFill>
                  <a:prstClr val="black">
                    <a:lumMod val="75000"/>
                    <a:lumOff val="25000"/>
                  </a:prst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Segoe UI"/>
              </a:rPr>
              <a:t>”</a:t>
            </a:r>
            <a:r>
              <a:rPr lang="en-US" altLang="zh-CN" dirty="0">
                <a:solidFill>
                  <a:prstClr val="black">
                    <a:lumMod val="75000"/>
                    <a:lumOff val="25000"/>
                  </a:prst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Segoe UI"/>
              </a:rPr>
              <a:t>&gt;</a:t>
            </a:r>
            <a:r>
              <a:rPr lang="zh-CN" altLang="en-US" dirty="0">
                <a:solidFill>
                  <a:prstClr val="black">
                    <a:lumMod val="75000"/>
                    <a:lumOff val="25000"/>
                  </a:prst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Segoe UI"/>
              </a:rPr>
              <a:t>“</a:t>
            </a:r>
            <a:r>
              <a:rPr lang="zh-CN" altLang="en-US" b="1" dirty="0">
                <a:solidFill>
                  <a:srgbClr val="D24726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Segoe UI Semibold" panose="020B0702040204020203" pitchFamily="34" charset="0"/>
              </a:rPr>
              <a:t>空白演示文稿</a:t>
            </a:r>
            <a:r>
              <a:rPr lang="zh-CN" altLang="en-US" dirty="0">
                <a:solidFill>
                  <a:prstClr val="black">
                    <a:lumMod val="75000"/>
                    <a:lumOff val="25000"/>
                  </a:prst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Segoe UI"/>
              </a:rPr>
              <a:t>”，新建一个演示文稿。</a:t>
            </a:r>
          </a:p>
        </p:txBody>
      </p:sp>
      <p:grpSp>
        <p:nvGrpSpPr>
          <p:cNvPr id="33" name="组 32" descr="带有编号 2（表示第 2 步）的小圆圈"/>
          <p:cNvGrpSpPr/>
          <p:nvPr/>
        </p:nvGrpSpPr>
        <p:grpSpPr bwMode="blackWhite">
          <a:xfrm>
            <a:off x="531552" y="2804257"/>
            <a:ext cx="558179" cy="409838"/>
            <a:chOff x="6953426" y="711274"/>
            <a:chExt cx="558179" cy="409838"/>
          </a:xfrm>
        </p:grpSpPr>
        <p:sp>
          <p:nvSpPr>
            <p:cNvPr id="34" name="椭圆形 33" descr="小圆圈"/>
            <p:cNvSpPr/>
            <p:nvPr/>
          </p:nvSpPr>
          <p:spPr bwMode="blackWhite">
            <a:xfrm>
              <a:off x="7025069" y="711274"/>
              <a:ext cx="409838" cy="409838"/>
            </a:xfrm>
            <a:prstGeom prst="ellipse">
              <a:avLst/>
            </a:prstGeom>
            <a:solidFill>
              <a:srgbClr val="D247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zh-CN" altLang="en-US"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35" name="文本框 34" descr="编号 2"/>
            <p:cNvSpPr txBox="1">
              <a:spLocks noChangeAspect="1"/>
            </p:cNvSpPr>
            <p:nvPr/>
          </p:nvSpPr>
          <p:spPr bwMode="blackWhite">
            <a:xfrm>
              <a:off x="6953426" y="727564"/>
              <a:ext cx="55817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rtl="0"/>
              <a:r>
                <a:rPr lang="en-US" altLang="zh-CN" b="1" dirty="0">
                  <a:solidFill>
                    <a:schemeClr val="bg1"/>
                  </a:solidFill>
                  <a:latin typeface="Microsoft YaHei UI" panose="020B0503020204020204" pitchFamily="34" charset="-122"/>
                  <a:ea typeface="Microsoft YaHei UI" panose="020B0503020204020204" pitchFamily="34" charset="-122"/>
                  <a:cs typeface="Segoe UI Semibold" panose="020B0702040204020203" pitchFamily="34" charset="0"/>
                </a:rPr>
                <a:t>2</a:t>
              </a:r>
            </a:p>
          </p:txBody>
        </p:sp>
      </p:grpSp>
      <p:sp>
        <p:nvSpPr>
          <p:cNvPr id="36" name="内容占位符 17"/>
          <p:cNvSpPr txBox="1">
            <a:spLocks/>
          </p:cNvSpPr>
          <p:nvPr/>
        </p:nvSpPr>
        <p:spPr>
          <a:xfrm>
            <a:off x="1056513" y="2844450"/>
            <a:ext cx="4504252" cy="10658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rtl="0">
              <a:spcAft>
                <a:spcPts val="2000"/>
              </a:spcAft>
              <a:buNone/>
              <a:defRPr/>
            </a:pPr>
            <a:r>
              <a:rPr lang="zh-CN" altLang="en-US" dirty="0">
                <a:solidFill>
                  <a:prstClr val="black">
                    <a:lumMod val="75000"/>
                    <a:lumOff val="25000"/>
                  </a:prst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Segoe UI" panose="020B0502040204020203" pitchFamily="34" charset="0"/>
              </a:rPr>
              <a:t>在第一张幻灯片中添加一张图片：转到</a:t>
            </a:r>
            <a:r>
              <a:rPr lang="zh-CN" altLang="en-US" dirty="0">
                <a:solidFill>
                  <a:prstClr val="black">
                    <a:lumMod val="75000"/>
                    <a:lumOff val="25000"/>
                  </a:prst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Segoe UI"/>
              </a:rPr>
              <a:t>“</a:t>
            </a:r>
            <a:r>
              <a:rPr lang="zh-CN" altLang="en-US" b="1" dirty="0">
                <a:solidFill>
                  <a:srgbClr val="D24726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Segoe UI Semibold" panose="020B0702040204020203" pitchFamily="34" charset="0"/>
              </a:rPr>
              <a:t>插入</a:t>
            </a:r>
            <a:r>
              <a:rPr lang="zh-CN" altLang="en-US" dirty="0">
                <a:solidFill>
                  <a:prstClr val="black">
                    <a:lumMod val="75000"/>
                    <a:lumOff val="25000"/>
                  </a:prst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Segoe UI"/>
              </a:rPr>
              <a:t>”</a:t>
            </a:r>
            <a:r>
              <a:rPr lang="en-US" altLang="zh-CN" dirty="0">
                <a:solidFill>
                  <a:prstClr val="black">
                    <a:lumMod val="75000"/>
                    <a:lumOff val="25000"/>
                  </a:prst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Segoe UI"/>
              </a:rPr>
              <a:t>&gt;</a:t>
            </a:r>
            <a:r>
              <a:rPr lang="zh-CN" altLang="en-US" dirty="0">
                <a:solidFill>
                  <a:prstClr val="black">
                    <a:lumMod val="75000"/>
                    <a:lumOff val="25000"/>
                  </a:prst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Segoe UI"/>
              </a:rPr>
              <a:t>“</a:t>
            </a:r>
            <a:r>
              <a:rPr lang="zh-CN" altLang="en-US" b="1" dirty="0">
                <a:solidFill>
                  <a:srgbClr val="D24726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Segoe UI Semibold" panose="020B0702040204020203" pitchFamily="34" charset="0"/>
              </a:rPr>
              <a:t>图片</a:t>
            </a:r>
            <a:r>
              <a:rPr lang="zh-CN" altLang="en-US" dirty="0">
                <a:solidFill>
                  <a:prstClr val="black">
                    <a:lumMod val="75000"/>
                    <a:lumOff val="25000"/>
                  </a:prst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Segoe UI"/>
              </a:rPr>
              <a:t>”或“</a:t>
            </a:r>
            <a:r>
              <a:rPr lang="zh-CN" altLang="en-US" b="1" dirty="0">
                <a:solidFill>
                  <a:srgbClr val="D24726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Segoe UI Semibold" panose="020B0702040204020203" pitchFamily="34" charset="0"/>
              </a:rPr>
              <a:t>插入</a:t>
            </a:r>
            <a:r>
              <a:rPr lang="zh-CN" altLang="en-US" dirty="0">
                <a:solidFill>
                  <a:prstClr val="black">
                    <a:lumMod val="75000"/>
                    <a:lumOff val="25000"/>
                  </a:prst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Segoe UI"/>
              </a:rPr>
              <a:t>”</a:t>
            </a:r>
            <a:r>
              <a:rPr lang="en-US" altLang="zh-CN" dirty="0">
                <a:solidFill>
                  <a:prstClr val="black">
                    <a:lumMod val="75000"/>
                    <a:lumOff val="25000"/>
                  </a:prst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Segoe UI"/>
              </a:rPr>
              <a:t>&gt;</a:t>
            </a:r>
            <a:r>
              <a:rPr lang="zh-CN" altLang="en-US" dirty="0">
                <a:solidFill>
                  <a:prstClr val="black">
                    <a:lumMod val="75000"/>
                    <a:lumOff val="25000"/>
                  </a:prst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Segoe UI"/>
              </a:rPr>
              <a:t>“</a:t>
            </a:r>
            <a:r>
              <a:rPr lang="zh-CN" altLang="en-US" b="1" dirty="0">
                <a:solidFill>
                  <a:srgbClr val="D24726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Segoe UI Semibold" panose="020B0702040204020203" pitchFamily="34" charset="0"/>
              </a:rPr>
              <a:t>联机图片</a:t>
            </a:r>
            <a:r>
              <a:rPr lang="zh-CN" altLang="en-US" dirty="0">
                <a:solidFill>
                  <a:prstClr val="black">
                    <a:lumMod val="75000"/>
                    <a:lumOff val="25000"/>
                  </a:prst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Segoe UI"/>
              </a:rPr>
              <a:t>”</a:t>
            </a:r>
            <a:r>
              <a:rPr lang="zh-CN" altLang="en-US" dirty="0">
                <a:solidFill>
                  <a:prstClr val="black">
                    <a:lumMod val="75000"/>
                    <a:lumOff val="25000"/>
                  </a:prst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Segoe UI" panose="020B0502040204020203" pitchFamily="34" charset="0"/>
              </a:rPr>
              <a:t>，然后选择图片。</a:t>
            </a:r>
            <a:br>
              <a:rPr lang="zh-CN" altLang="en-US" dirty="0">
                <a:solidFill>
                  <a:prstClr val="black">
                    <a:lumMod val="75000"/>
                    <a:lumOff val="25000"/>
                  </a:prst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Segoe UI" panose="020B0502040204020203" pitchFamily="34" charset="0"/>
              </a:rPr>
            </a:br>
            <a:br>
              <a:rPr lang="zh-CN" altLang="en-US" dirty="0">
                <a:solidFill>
                  <a:prstClr val="black">
                    <a:lumMod val="75000"/>
                    <a:lumOff val="25000"/>
                  </a:prst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Segoe UI"/>
              </a:rPr>
            </a:br>
            <a:r>
              <a:rPr lang="zh-CN" altLang="en-US" b="1" dirty="0">
                <a:solidFill>
                  <a:srgbClr val="D24726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Segoe UI Semibold" panose="020B0702040204020203" pitchFamily="34" charset="0"/>
              </a:rPr>
              <a:t>提示：</a:t>
            </a:r>
            <a:r>
              <a:rPr lang="zh-CN" altLang="en-US" dirty="0">
                <a:solidFill>
                  <a:prstClr val="black">
                    <a:lumMod val="75000"/>
                    <a:lumOff val="25000"/>
                  </a:prst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Segoe UI" panose="020B0502040204020203" pitchFamily="34" charset="0"/>
              </a:rPr>
              <a:t>添加图片时需要处于联机状态。</a:t>
            </a:r>
          </a:p>
        </p:txBody>
      </p:sp>
      <p:grpSp>
        <p:nvGrpSpPr>
          <p:cNvPr id="22" name="组 21" descr="带有编号 3（表示第 3 步）的小圆圈"/>
          <p:cNvGrpSpPr/>
          <p:nvPr/>
        </p:nvGrpSpPr>
        <p:grpSpPr bwMode="blackWhite">
          <a:xfrm>
            <a:off x="531552" y="4208299"/>
            <a:ext cx="558179" cy="409838"/>
            <a:chOff x="6953426" y="711274"/>
            <a:chExt cx="558179" cy="409838"/>
          </a:xfrm>
        </p:grpSpPr>
        <p:sp>
          <p:nvSpPr>
            <p:cNvPr id="24" name="椭圆形 23" descr="小圆圈"/>
            <p:cNvSpPr/>
            <p:nvPr/>
          </p:nvSpPr>
          <p:spPr bwMode="blackWhite">
            <a:xfrm>
              <a:off x="7025069" y="711274"/>
              <a:ext cx="409838" cy="409838"/>
            </a:xfrm>
            <a:prstGeom prst="ellipse">
              <a:avLst/>
            </a:prstGeom>
            <a:solidFill>
              <a:srgbClr val="D247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zh-CN" altLang="en-US"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30" name="文本框 29" descr="编号 3"/>
            <p:cNvSpPr txBox="1">
              <a:spLocks noChangeAspect="1"/>
            </p:cNvSpPr>
            <p:nvPr/>
          </p:nvSpPr>
          <p:spPr bwMode="blackWhite">
            <a:xfrm>
              <a:off x="6953426" y="727564"/>
              <a:ext cx="55817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rtl="0"/>
              <a:r>
                <a:rPr lang="en-US" altLang="zh-CN" b="1" dirty="0">
                  <a:solidFill>
                    <a:schemeClr val="bg1"/>
                  </a:solidFill>
                  <a:latin typeface="Microsoft YaHei UI" panose="020B0503020204020204" pitchFamily="34" charset="-122"/>
                  <a:ea typeface="Microsoft YaHei UI" panose="020B0503020204020204" pitchFamily="34" charset="-122"/>
                  <a:cs typeface="Segoe UI Semibold" panose="020B0702040204020203" pitchFamily="34" charset="0"/>
                </a:rPr>
                <a:t>3</a:t>
              </a:r>
            </a:p>
          </p:txBody>
        </p:sp>
      </p:grpSp>
      <p:sp>
        <p:nvSpPr>
          <p:cNvPr id="32" name="内容占位符 17"/>
          <p:cNvSpPr txBox="1">
            <a:spLocks/>
          </p:cNvSpPr>
          <p:nvPr/>
        </p:nvSpPr>
        <p:spPr>
          <a:xfrm>
            <a:off x="1056513" y="4236460"/>
            <a:ext cx="4504252" cy="7611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rtl="0">
              <a:spcAft>
                <a:spcPts val="600"/>
              </a:spcAft>
              <a:buNone/>
              <a:defRPr/>
            </a:pPr>
            <a:r>
              <a:rPr lang="en-US" altLang="zh-CN" dirty="0">
                <a:solidFill>
                  <a:prstClr val="black">
                    <a:lumMod val="75000"/>
                    <a:lumOff val="25000"/>
                  </a:prst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Segoe UI" panose="020B0502040204020203" pitchFamily="34" charset="0"/>
              </a:rPr>
              <a:t>PowerPoint </a:t>
            </a:r>
            <a:r>
              <a:rPr lang="zh-CN" altLang="en-US" dirty="0">
                <a:solidFill>
                  <a:prstClr val="black">
                    <a:lumMod val="75000"/>
                    <a:lumOff val="25000"/>
                  </a:prst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Segoe UI" panose="020B0502040204020203" pitchFamily="34" charset="0"/>
              </a:rPr>
              <a:t>询问是否获取设计灵感时，选择</a:t>
            </a:r>
            <a:r>
              <a:rPr lang="zh-CN" altLang="en-US" dirty="0">
                <a:solidFill>
                  <a:prstClr val="black">
                    <a:lumMod val="75000"/>
                    <a:lumOff val="25000"/>
                  </a:prst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Segoe UI"/>
              </a:rPr>
              <a:t>“</a:t>
            </a:r>
            <a:r>
              <a:rPr lang="zh-CN" altLang="en-US" b="1" dirty="0">
                <a:solidFill>
                  <a:srgbClr val="D24726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Segoe UI Semibold" panose="020B0702040204020203" pitchFamily="34" charset="0"/>
              </a:rPr>
              <a:t>开始吧</a:t>
            </a:r>
            <a:r>
              <a:rPr lang="zh-CN" altLang="en-US" dirty="0">
                <a:solidFill>
                  <a:prstClr val="black">
                    <a:lumMod val="75000"/>
                    <a:lumOff val="25000"/>
                  </a:prst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Segoe UI"/>
              </a:rPr>
              <a:t>”。</a:t>
            </a:r>
          </a:p>
        </p:txBody>
      </p:sp>
      <p:grpSp>
        <p:nvGrpSpPr>
          <p:cNvPr id="37" name="组 36" descr="带有编号 4（表示第 4 步）的小圆圈"/>
          <p:cNvGrpSpPr/>
          <p:nvPr/>
        </p:nvGrpSpPr>
        <p:grpSpPr bwMode="blackWhite">
          <a:xfrm>
            <a:off x="531552" y="5137379"/>
            <a:ext cx="558179" cy="409838"/>
            <a:chOff x="6953426" y="711274"/>
            <a:chExt cx="558179" cy="409838"/>
          </a:xfrm>
        </p:grpSpPr>
        <p:sp>
          <p:nvSpPr>
            <p:cNvPr id="38" name="椭圆形 37" descr="小圆圈"/>
            <p:cNvSpPr/>
            <p:nvPr/>
          </p:nvSpPr>
          <p:spPr bwMode="blackWhite">
            <a:xfrm>
              <a:off x="7025069" y="711274"/>
              <a:ext cx="409838" cy="409838"/>
            </a:xfrm>
            <a:prstGeom prst="ellipse">
              <a:avLst/>
            </a:prstGeom>
            <a:solidFill>
              <a:srgbClr val="D247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zh-CN" altLang="en-US"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39" name="文本框 38" descr="编号 4"/>
            <p:cNvSpPr txBox="1">
              <a:spLocks noChangeAspect="1"/>
            </p:cNvSpPr>
            <p:nvPr/>
          </p:nvSpPr>
          <p:spPr bwMode="blackWhite">
            <a:xfrm>
              <a:off x="6953426" y="727564"/>
              <a:ext cx="55817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rtl="0"/>
              <a:r>
                <a:rPr lang="en-US" altLang="zh-CN" b="1" dirty="0">
                  <a:solidFill>
                    <a:schemeClr val="bg1"/>
                  </a:solidFill>
                  <a:latin typeface="Microsoft YaHei UI" panose="020B0503020204020204" pitchFamily="34" charset="-122"/>
                  <a:ea typeface="Microsoft YaHei UI" panose="020B0503020204020204" pitchFamily="34" charset="-122"/>
                  <a:cs typeface="Segoe UI Semibold" panose="020B0702040204020203" pitchFamily="34" charset="0"/>
                </a:rPr>
                <a:t>4</a:t>
              </a:r>
            </a:p>
          </p:txBody>
        </p:sp>
      </p:grpSp>
      <p:sp>
        <p:nvSpPr>
          <p:cNvPr id="40" name="内容占位符 17"/>
          <p:cNvSpPr txBox="1">
            <a:spLocks/>
          </p:cNvSpPr>
          <p:nvPr/>
        </p:nvSpPr>
        <p:spPr>
          <a:xfrm>
            <a:off x="1056513" y="5177572"/>
            <a:ext cx="4504252" cy="5635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rtl="0">
              <a:spcAft>
                <a:spcPts val="2000"/>
              </a:spcAft>
              <a:buNone/>
              <a:defRPr/>
            </a:pPr>
            <a:r>
              <a:rPr lang="zh-CN" altLang="en-US" dirty="0">
                <a:solidFill>
                  <a:prstClr val="black">
                    <a:lumMod val="75000"/>
                    <a:lumOff val="25000"/>
                  </a:prst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Segoe UI" panose="020B0502040204020203" pitchFamily="34" charset="0"/>
              </a:rPr>
              <a:t>从“</a:t>
            </a:r>
            <a:r>
              <a:rPr lang="zh-CN" altLang="en-US" b="1" dirty="0">
                <a:solidFill>
                  <a:srgbClr val="D24726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Segoe UI Semibold" panose="020B0702040204020203" pitchFamily="34" charset="0"/>
              </a:rPr>
              <a:t>设计理念</a:t>
            </a:r>
            <a:r>
              <a:rPr lang="zh-CN" altLang="en-US" dirty="0">
                <a:solidFill>
                  <a:prstClr val="black">
                    <a:lumMod val="75000"/>
                    <a:lumOff val="25000"/>
                  </a:prst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Segoe UI" panose="020B0502040204020203" pitchFamily="34" charset="0"/>
              </a:rPr>
              <a:t>”任务窗格中选择喜欢的设计。</a:t>
            </a:r>
          </a:p>
        </p:txBody>
      </p:sp>
      <p:pic>
        <p:nvPicPr>
          <p:cNvPr id="29" name="图片 28" descr="包含插入图片选项的“插入”选项卡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907526" y="1455791"/>
            <a:ext cx="2740429" cy="1592728"/>
          </a:xfrm>
          <a:prstGeom prst="rect">
            <a:avLst/>
          </a:prstGeom>
        </p:spPr>
      </p:pic>
      <p:pic>
        <p:nvPicPr>
          <p:cNvPr id="23" name="图片 22" descr="询问用户是否要获取设计灵感的“设计灵感”对话框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693033" y="3067244"/>
            <a:ext cx="2900886" cy="35066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70017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zh-CN" altLang="en-US" dirty="0">
                <a:cs typeface="Segoe UI Light" panose="020B0502040204020203" pitchFamily="34" charset="0"/>
              </a:rPr>
              <a:t>平滑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half" idx="4294967295"/>
          </p:nvPr>
        </p:nvSpPr>
        <p:spPr>
          <a:xfrm>
            <a:off x="541610" y="1431010"/>
            <a:ext cx="4557164" cy="4790886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 rtl="0">
              <a:lnSpc>
                <a:spcPts val="1800"/>
              </a:lnSpc>
              <a:spcBef>
                <a:spcPts val="1000"/>
              </a:spcBef>
              <a:spcAft>
                <a:spcPts val="600"/>
              </a:spcAft>
              <a:buNone/>
            </a:pPr>
            <a:r>
              <a:rPr lang="zh-CN" altLang="en-US" sz="1200" dirty="0">
                <a:solidFill>
                  <a:prstClr val="black">
                    <a:lumMod val="75000"/>
                    <a:lumOff val="25000"/>
                  </a:prstClr>
                </a:solidFill>
                <a:cs typeface="Segoe UI" panose="020B0502040204020203" pitchFamily="34" charset="0"/>
              </a:rPr>
              <a:t>通过“平滑”，可在演示文稿中创作流畅的动画和对象移动。使用两张相似的幻灯片执行动画，但在观众看来动作发生在一张幻灯片。 </a:t>
            </a:r>
          </a:p>
          <a:p>
            <a:pPr marL="0" indent="0" rtl="0">
              <a:lnSpc>
                <a:spcPts val="1800"/>
              </a:lnSpc>
              <a:spcBef>
                <a:spcPts val="1000"/>
              </a:spcBef>
              <a:spcAft>
                <a:spcPts val="600"/>
              </a:spcAft>
              <a:buNone/>
            </a:pPr>
            <a:r>
              <a:rPr lang="zh-CN" altLang="en-US" sz="1200" b="1" dirty="0">
                <a:solidFill>
                  <a:srgbClr val="D24726"/>
                </a:solidFill>
                <a:cs typeface="Segoe UI" panose="020B0502040204020203" pitchFamily="34" charset="0"/>
              </a:rPr>
              <a:t>播放</a:t>
            </a:r>
            <a:r>
              <a:rPr lang="zh-CN" altLang="en-US" sz="1200" dirty="0">
                <a:solidFill>
                  <a:prstClr val="black">
                    <a:lumMod val="75000"/>
                    <a:lumOff val="25000"/>
                  </a:prstClr>
                </a:solidFill>
                <a:cs typeface="Segoe UI" panose="020B0502040204020203" pitchFamily="34" charset="0"/>
              </a:rPr>
              <a:t>右侧视频，查看快速示例。</a:t>
            </a:r>
          </a:p>
          <a:p>
            <a:pPr marL="0" indent="0" rtl="0">
              <a:lnSpc>
                <a:spcPts val="1800"/>
              </a:lnSpc>
              <a:spcBef>
                <a:spcPts val="1000"/>
              </a:spcBef>
              <a:spcAft>
                <a:spcPts val="600"/>
              </a:spcAft>
              <a:buNone/>
            </a:pPr>
            <a:r>
              <a:rPr lang="zh-CN" altLang="en-US" sz="1200" dirty="0">
                <a:solidFill>
                  <a:prstClr val="black">
                    <a:lumMod val="75000"/>
                    <a:lumOff val="25000"/>
                  </a:prstClr>
                </a:solidFill>
                <a:cs typeface="Segoe UI" panose="020B0502040204020203" pitchFamily="34" charset="0"/>
              </a:rPr>
              <a:t>平滑是订阅专属功能。如果你有 </a:t>
            </a:r>
            <a:r>
              <a:rPr lang="en-US" altLang="zh-CN" sz="1200" dirty="0">
                <a:solidFill>
                  <a:prstClr val="black">
                    <a:lumMod val="75000"/>
                    <a:lumOff val="25000"/>
                  </a:prstClr>
                </a:solidFill>
                <a:cs typeface="Segoe UI" panose="020B0502040204020203" pitchFamily="34" charset="0"/>
              </a:rPr>
              <a:t>Office 365 </a:t>
            </a:r>
            <a:r>
              <a:rPr lang="zh-CN" altLang="en-US" sz="1200" dirty="0">
                <a:solidFill>
                  <a:prstClr val="black">
                    <a:lumMod val="75000"/>
                    <a:lumOff val="25000"/>
                  </a:prstClr>
                </a:solidFill>
                <a:cs typeface="Segoe UI" panose="020B0502040204020203" pitchFamily="34" charset="0"/>
              </a:rPr>
              <a:t>订阅，可按照下一张幻灯片中的步骤自行试用。</a:t>
            </a:r>
          </a:p>
          <a:p>
            <a:pPr marL="0" indent="0" rtl="0">
              <a:lnSpc>
                <a:spcPts val="1800"/>
              </a:lnSpc>
              <a:spcBef>
                <a:spcPts val="1000"/>
              </a:spcBef>
              <a:spcAft>
                <a:spcPts val="600"/>
              </a:spcAft>
              <a:buNone/>
            </a:pPr>
            <a:endParaRPr lang="zh-CN" altLang="en-US" sz="1200" dirty="0">
              <a:solidFill>
                <a:prstClr val="black">
                  <a:lumMod val="75000"/>
                  <a:lumOff val="25000"/>
                </a:prstClr>
              </a:solidFill>
              <a:cs typeface="Segoe UI" panose="020B0502040204020203" pitchFamily="34" charset="0"/>
            </a:endParaRPr>
          </a:p>
        </p:txBody>
      </p:sp>
      <p:pic>
        <p:nvPicPr>
          <p:cNvPr id="7" name="“平滑”视频" descr="展示“平滑”功能示例的视频，可通过 Alt+P 快捷键播放或暂停">
            <a:hlinkClick r:id="" action="ppaction://media"/>
            <a:extLst>
              <a:ext uri="{FF2B5EF4-FFF2-40B4-BE49-F238E27FC236}">
                <a16:creationId xmlns:a16="http://schemas.microsoft.com/office/drawing/2014/main" id="{9F029C1A-F15A-44BF-996A-1F59B3110D78}"/>
              </a:ext>
            </a:extLst>
          </p:cNvPr>
          <p:cNvPicPr>
            <a:picLocks noGrp="1" noChangeAspect="1"/>
          </p:cNvPicPr>
          <p:nvPr>
            <p:ph sz="quarter" idx="10"/>
            <a:videoFile r:link="rId2"/>
            <p:extLst>
              <p:ext uri="{DAA4B4D4-6D71-4841-9C94-3DE7FCFB9230}">
                <p14:media xmlns:p14="http://schemas.microsoft.com/office/powerpoint/2010/main" r:embed="rId1">
                  <p14:extLst>
                    <p:ext uri="{3AFAAA56-56D3-431D-BCD4-E75A35582382}">
                      <p173:tracksInfo xmlns:p173="http://schemas.microsoft.com/office/powerpoint/2017/3/main" displayLoc="media">
                        <p173:trackLst>
                          <p173:track id="{7D80394A-61EE-4513-90D2-E9A3DA581656}" label="caption" lang="" r:embed="rId5"/>
                        </p173:trackLst>
                      </p173:tracksInfo>
                    </p:ext>
                  </p14:extLst>
                </p14:media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5418759" y="1540565"/>
            <a:ext cx="6110288" cy="3438525"/>
          </a:xfrm>
        </p:spPr>
      </p:pic>
    </p:spTree>
    <p:extLst>
      <p:ext uri="{BB962C8B-B14F-4D97-AF65-F5344CB8AC3E}">
        <p14:creationId xmlns:p14="http://schemas.microsoft.com/office/powerpoint/2010/main" val="9580368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1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7"/>
                </p:tgtEl>
              </p:cMediaNode>
            </p:video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zh-CN" altLang="en-US" dirty="0"/>
              <a:t>设置“</a:t>
            </a:r>
            <a:r>
              <a:rPr lang="zh-CN" altLang="en-US" dirty="0">
                <a:cs typeface="Segoe UI Light" panose="020B0502040204020203" pitchFamily="34" charset="0"/>
              </a:rPr>
              <a:t>平滑</a:t>
            </a:r>
            <a:r>
              <a:rPr lang="zh-CN" altLang="en-US" dirty="0"/>
              <a:t>”</a:t>
            </a:r>
          </a:p>
        </p:txBody>
      </p:sp>
      <p:sp>
        <p:nvSpPr>
          <p:cNvPr id="30" name="内容占位符 17"/>
          <p:cNvSpPr txBox="1">
            <a:spLocks/>
          </p:cNvSpPr>
          <p:nvPr/>
        </p:nvSpPr>
        <p:spPr>
          <a:xfrm>
            <a:off x="541609" y="1455491"/>
            <a:ext cx="5110161" cy="47114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rtl="0">
              <a:spcAft>
                <a:spcPts val="2000"/>
              </a:spcAft>
              <a:buNone/>
            </a:pPr>
            <a:r>
              <a:rPr lang="zh-CN" altLang="en-US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利用这些两个简单的“行星”自行尝试</a:t>
            </a:r>
          </a:p>
        </p:txBody>
      </p:sp>
      <p:grpSp>
        <p:nvGrpSpPr>
          <p:cNvPr id="13" name="组 12" descr="带有编号 1（表示第 1 步）的小圆圈"/>
          <p:cNvGrpSpPr/>
          <p:nvPr/>
        </p:nvGrpSpPr>
        <p:grpSpPr bwMode="blackWhite">
          <a:xfrm>
            <a:off x="558723" y="1917997"/>
            <a:ext cx="558179" cy="409838"/>
            <a:chOff x="6953426" y="711274"/>
            <a:chExt cx="558179" cy="409838"/>
          </a:xfrm>
        </p:grpSpPr>
        <p:sp>
          <p:nvSpPr>
            <p:cNvPr id="14" name="椭圆形 13" descr="小圆圈"/>
            <p:cNvSpPr/>
            <p:nvPr/>
          </p:nvSpPr>
          <p:spPr bwMode="blackWhite">
            <a:xfrm>
              <a:off x="7025069" y="711274"/>
              <a:ext cx="409838" cy="409838"/>
            </a:xfrm>
            <a:prstGeom prst="ellipse">
              <a:avLst/>
            </a:prstGeom>
            <a:solidFill>
              <a:srgbClr val="D247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zh-CN" altLang="en-US"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15" name="文本框 14" descr="编号 1"/>
            <p:cNvSpPr txBox="1">
              <a:spLocks noChangeAspect="1"/>
            </p:cNvSpPr>
            <p:nvPr/>
          </p:nvSpPr>
          <p:spPr bwMode="blackWhite">
            <a:xfrm>
              <a:off x="6953426" y="727564"/>
              <a:ext cx="55817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rtl="0"/>
              <a:r>
                <a:rPr lang="en-US" altLang="zh-CN" b="1" dirty="0">
                  <a:solidFill>
                    <a:schemeClr val="bg1"/>
                  </a:solidFill>
                  <a:latin typeface="Microsoft YaHei UI" panose="020B0503020204020204" pitchFamily="34" charset="-122"/>
                  <a:ea typeface="Microsoft YaHei UI" panose="020B0503020204020204" pitchFamily="34" charset="-122"/>
                  <a:cs typeface="Segoe UI Semibold" panose="020B0702040204020203" pitchFamily="34" charset="0"/>
                </a:rPr>
                <a:t>1</a:t>
              </a:r>
            </a:p>
          </p:txBody>
        </p:sp>
      </p:grpSp>
      <p:sp>
        <p:nvSpPr>
          <p:cNvPr id="16" name="内容占位符 17"/>
          <p:cNvSpPr txBox="1">
            <a:spLocks/>
          </p:cNvSpPr>
          <p:nvPr/>
        </p:nvSpPr>
        <p:spPr>
          <a:xfrm>
            <a:off x="1066040" y="1958189"/>
            <a:ext cx="2486328" cy="91399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rtl="0">
              <a:spcAft>
                <a:spcPts val="2000"/>
              </a:spcAft>
              <a:buNone/>
            </a:pPr>
            <a:r>
              <a:rPr lang="zh-CN" altLang="en-US" dirty="0">
                <a:solidFill>
                  <a:prstClr val="black">
                    <a:lumMod val="75000"/>
                    <a:lumOff val="25000"/>
                  </a:prst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Segoe UI" panose="020B0502040204020203" pitchFamily="34" charset="0"/>
              </a:rPr>
              <a:t>复制此幻灯片：右键单击幻灯片缩略图，然后选择“</a:t>
            </a:r>
            <a:r>
              <a:rPr lang="zh-CN" altLang="en-US" b="1" dirty="0">
                <a:solidFill>
                  <a:srgbClr val="D24726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Segoe UI Semibold" panose="020B0702040204020203" pitchFamily="34" charset="0"/>
              </a:rPr>
              <a:t>复制幻灯片</a:t>
            </a:r>
            <a:r>
              <a:rPr lang="zh-CN" altLang="en-US" dirty="0">
                <a:solidFill>
                  <a:prstClr val="black">
                    <a:lumMod val="75000"/>
                    <a:lumOff val="25000"/>
                  </a:prst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Segoe UI" panose="020B0502040204020203" pitchFamily="34" charset="0"/>
              </a:rPr>
              <a:t>”。</a:t>
            </a:r>
          </a:p>
        </p:txBody>
      </p:sp>
      <p:grpSp>
        <p:nvGrpSpPr>
          <p:cNvPr id="18" name="组 17" descr="带有编号 2（表示第 2 步）的小圆圈"/>
          <p:cNvGrpSpPr/>
          <p:nvPr/>
        </p:nvGrpSpPr>
        <p:grpSpPr bwMode="blackWhite">
          <a:xfrm>
            <a:off x="558723" y="2896735"/>
            <a:ext cx="558179" cy="409838"/>
            <a:chOff x="6953426" y="711274"/>
            <a:chExt cx="558179" cy="409838"/>
          </a:xfrm>
        </p:grpSpPr>
        <p:sp>
          <p:nvSpPr>
            <p:cNvPr id="23" name="椭圆形 22" descr="小圆圈"/>
            <p:cNvSpPr/>
            <p:nvPr/>
          </p:nvSpPr>
          <p:spPr bwMode="blackWhite">
            <a:xfrm>
              <a:off x="7025069" y="711274"/>
              <a:ext cx="409838" cy="409838"/>
            </a:xfrm>
            <a:prstGeom prst="ellipse">
              <a:avLst/>
            </a:prstGeom>
            <a:solidFill>
              <a:srgbClr val="D247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zh-CN" altLang="en-US"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24" name="文本框 23" descr="编号 2"/>
            <p:cNvSpPr txBox="1">
              <a:spLocks noChangeAspect="1"/>
            </p:cNvSpPr>
            <p:nvPr/>
          </p:nvSpPr>
          <p:spPr bwMode="blackWhite">
            <a:xfrm>
              <a:off x="6953426" y="727564"/>
              <a:ext cx="55817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rtl="0"/>
              <a:r>
                <a:rPr lang="en-US" altLang="zh-CN" b="1" dirty="0">
                  <a:solidFill>
                    <a:schemeClr val="bg1"/>
                  </a:solidFill>
                  <a:latin typeface="Microsoft YaHei UI" panose="020B0503020204020204" pitchFamily="34" charset="-122"/>
                  <a:ea typeface="Microsoft YaHei UI" panose="020B0503020204020204" pitchFamily="34" charset="-122"/>
                  <a:cs typeface="Segoe UI Semibold" panose="020B0702040204020203" pitchFamily="34" charset="0"/>
                </a:rPr>
                <a:t>2</a:t>
              </a:r>
            </a:p>
          </p:txBody>
        </p:sp>
      </p:grpSp>
      <p:sp>
        <p:nvSpPr>
          <p:cNvPr id="25" name="内容占位符 17"/>
          <p:cNvSpPr txBox="1">
            <a:spLocks/>
          </p:cNvSpPr>
          <p:nvPr/>
        </p:nvSpPr>
        <p:spPr>
          <a:xfrm>
            <a:off x="1066038" y="2936927"/>
            <a:ext cx="2651153" cy="14561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rtl="0">
              <a:spcAft>
                <a:spcPts val="2000"/>
              </a:spcAft>
              <a:buNone/>
            </a:pPr>
            <a:r>
              <a:rPr lang="zh-CN" altLang="en-US" dirty="0">
                <a:solidFill>
                  <a:prstClr val="black">
                    <a:lumMod val="75000"/>
                    <a:lumOff val="25000"/>
                  </a:prst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Segoe UI" panose="020B0502040204020203" pitchFamily="34" charset="0"/>
              </a:rPr>
              <a:t>在两张相同的幻灯片中，对第二张右侧的形状进行某些更改（移动、调整大小、更改颜色），然后转到“</a:t>
            </a:r>
            <a:r>
              <a:rPr lang="zh-CN" altLang="en-US" b="1" dirty="0">
                <a:solidFill>
                  <a:srgbClr val="D24726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Segoe UI Semibold" panose="020B0702040204020203" pitchFamily="34" charset="0"/>
              </a:rPr>
              <a:t>切换</a:t>
            </a:r>
            <a:r>
              <a:rPr lang="zh-CN" altLang="en-US" dirty="0">
                <a:solidFill>
                  <a:prstClr val="black">
                    <a:lumMod val="75000"/>
                    <a:lumOff val="25000"/>
                  </a:prst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Segoe UI" panose="020B0502040204020203" pitchFamily="34" charset="0"/>
              </a:rPr>
              <a:t>”</a:t>
            </a:r>
            <a:r>
              <a:rPr lang="en-US" altLang="zh-CN" dirty="0">
                <a:solidFill>
                  <a:prstClr val="black">
                    <a:lumMod val="75000"/>
                    <a:lumOff val="25000"/>
                  </a:prst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Segoe UI"/>
              </a:rPr>
              <a:t>&gt;</a:t>
            </a:r>
            <a:r>
              <a:rPr lang="zh-CN" altLang="en-US" dirty="0">
                <a:solidFill>
                  <a:prstClr val="black">
                    <a:lumMod val="75000"/>
                    <a:lumOff val="25000"/>
                  </a:prst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Segoe UI" panose="020B0502040204020203" pitchFamily="34" charset="0"/>
              </a:rPr>
              <a:t>“</a:t>
            </a:r>
            <a:r>
              <a:rPr lang="zh-CN" altLang="en-US" b="1" dirty="0">
                <a:solidFill>
                  <a:srgbClr val="D24726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Segoe UI Semibold" panose="020B0702040204020203" pitchFamily="34" charset="0"/>
              </a:rPr>
              <a:t>平滑</a:t>
            </a:r>
            <a:r>
              <a:rPr lang="zh-CN" altLang="en-US" dirty="0">
                <a:solidFill>
                  <a:prstClr val="black">
                    <a:lumMod val="75000"/>
                    <a:lumOff val="25000"/>
                  </a:prst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Segoe UI" panose="020B0502040204020203" pitchFamily="34" charset="0"/>
              </a:rPr>
              <a:t>”。</a:t>
            </a:r>
          </a:p>
        </p:txBody>
      </p:sp>
      <p:grpSp>
        <p:nvGrpSpPr>
          <p:cNvPr id="26" name="组 25" descr="带有编号 3（表示第 3 步）的小圆圈"/>
          <p:cNvGrpSpPr/>
          <p:nvPr/>
        </p:nvGrpSpPr>
        <p:grpSpPr bwMode="blackWhite">
          <a:xfrm>
            <a:off x="557319" y="4344232"/>
            <a:ext cx="558179" cy="409838"/>
            <a:chOff x="6953426" y="711274"/>
            <a:chExt cx="558179" cy="409838"/>
          </a:xfrm>
        </p:grpSpPr>
        <p:sp>
          <p:nvSpPr>
            <p:cNvPr id="27" name="椭圆形 26" descr="小圆圈"/>
            <p:cNvSpPr/>
            <p:nvPr/>
          </p:nvSpPr>
          <p:spPr bwMode="blackWhite">
            <a:xfrm>
              <a:off x="7025069" y="711274"/>
              <a:ext cx="409838" cy="409838"/>
            </a:xfrm>
            <a:prstGeom prst="ellipse">
              <a:avLst/>
            </a:prstGeom>
            <a:solidFill>
              <a:srgbClr val="D247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zh-CN" altLang="en-US"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28" name="文本框 27" descr="编号 3"/>
            <p:cNvSpPr txBox="1">
              <a:spLocks noChangeAspect="1"/>
            </p:cNvSpPr>
            <p:nvPr/>
          </p:nvSpPr>
          <p:spPr bwMode="blackWhite">
            <a:xfrm>
              <a:off x="6953426" y="727564"/>
              <a:ext cx="55817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rtl="0"/>
              <a:r>
                <a:rPr lang="en-US" altLang="zh-CN" b="1" dirty="0">
                  <a:solidFill>
                    <a:schemeClr val="bg1"/>
                  </a:solidFill>
                  <a:latin typeface="Microsoft YaHei UI" panose="020B0503020204020204" pitchFamily="34" charset="-122"/>
                  <a:ea typeface="Microsoft YaHei UI" panose="020B0503020204020204" pitchFamily="34" charset="-122"/>
                  <a:cs typeface="Segoe UI Semibold" panose="020B0702040204020203" pitchFamily="34" charset="0"/>
                </a:rPr>
                <a:t>3</a:t>
              </a:r>
            </a:p>
          </p:txBody>
        </p:sp>
      </p:grpSp>
      <p:sp>
        <p:nvSpPr>
          <p:cNvPr id="29" name="内容占位符 17"/>
          <p:cNvSpPr txBox="1">
            <a:spLocks/>
          </p:cNvSpPr>
          <p:nvPr/>
        </p:nvSpPr>
        <p:spPr>
          <a:xfrm>
            <a:off x="1076799" y="4360521"/>
            <a:ext cx="2784602" cy="111067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rtl="0">
              <a:spcAft>
                <a:spcPts val="2000"/>
              </a:spcAft>
              <a:buNone/>
            </a:pPr>
            <a:r>
              <a:rPr lang="zh-CN" altLang="en-US" dirty="0">
                <a:solidFill>
                  <a:prstClr val="black">
                    <a:lumMod val="75000"/>
                    <a:lumOff val="25000"/>
                  </a:prst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Segoe UI" panose="020B0502040204020203" pitchFamily="34" charset="0"/>
              </a:rPr>
              <a:t>返回两张幻灯片中的第一张，按“</a:t>
            </a:r>
            <a:r>
              <a:rPr lang="zh-CN" altLang="en-US" b="1" dirty="0">
                <a:solidFill>
                  <a:srgbClr val="D24726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Segoe UI Semibold" panose="020B0702040204020203" pitchFamily="34" charset="0"/>
              </a:rPr>
              <a:t>幻灯片放映</a:t>
            </a:r>
            <a:r>
              <a:rPr lang="zh-CN" altLang="en-US" dirty="0">
                <a:solidFill>
                  <a:prstClr val="black">
                    <a:lumMod val="75000"/>
                    <a:lumOff val="25000"/>
                  </a:prst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Segoe UI" panose="020B0502040204020203" pitchFamily="34" charset="0"/>
              </a:rPr>
              <a:t>”按钮，然后选择“</a:t>
            </a:r>
            <a:r>
              <a:rPr lang="zh-CN" altLang="en-US" b="1" dirty="0">
                <a:solidFill>
                  <a:srgbClr val="D24726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Segoe UI Semibold" panose="020B0702040204020203" pitchFamily="34" charset="0"/>
              </a:rPr>
              <a:t>播放</a:t>
            </a:r>
            <a:r>
              <a:rPr lang="zh-CN" altLang="en-US" dirty="0">
                <a:solidFill>
                  <a:prstClr val="black">
                    <a:lumMod val="75000"/>
                    <a:lumOff val="25000"/>
                  </a:prst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Segoe UI" panose="020B0502040204020203" pitchFamily="34" charset="0"/>
              </a:rPr>
              <a:t>”，观看圆圈的平滑切换！</a:t>
            </a:r>
          </a:p>
        </p:txBody>
      </p:sp>
      <p:sp>
        <p:nvSpPr>
          <p:cNvPr id="17" name="内容占位符 17"/>
          <p:cNvSpPr txBox="1">
            <a:spLocks/>
          </p:cNvSpPr>
          <p:nvPr/>
        </p:nvSpPr>
        <p:spPr>
          <a:xfrm>
            <a:off x="628962" y="5832234"/>
            <a:ext cx="3449878" cy="6929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rtl="0">
              <a:spcAft>
                <a:spcPts val="2000"/>
              </a:spcAft>
              <a:buNone/>
            </a:pPr>
            <a:r>
              <a:rPr lang="zh-CN" altLang="en-US" b="1" dirty="0">
                <a:solidFill>
                  <a:srgbClr val="D24726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Segoe UI Semibold" panose="020B0702040204020203" pitchFamily="34" charset="0"/>
              </a:rPr>
              <a:t>提示：</a:t>
            </a:r>
            <a:r>
              <a:rPr lang="zh-CN" altLang="en-US" dirty="0">
                <a:solidFill>
                  <a:prstClr val="black">
                    <a:lumMod val="75000"/>
                    <a:lumOff val="25000"/>
                  </a:prst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“</a:t>
            </a:r>
            <a:r>
              <a:rPr lang="zh-CN" altLang="en-US" b="1" dirty="0">
                <a:solidFill>
                  <a:srgbClr val="40404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Segoe UI Semibold" panose="020B0702040204020203" pitchFamily="34" charset="0"/>
              </a:rPr>
              <a:t>效果选项</a:t>
            </a:r>
            <a:r>
              <a:rPr lang="zh-CN" altLang="en-US" dirty="0">
                <a:solidFill>
                  <a:prstClr val="black">
                    <a:lumMod val="75000"/>
                    <a:lumOff val="25000"/>
                  </a:prst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”</a:t>
            </a:r>
            <a:r>
              <a:rPr lang="zh-CN" altLang="en-US" dirty="0">
                <a:solidFill>
                  <a:prstClr val="black">
                    <a:lumMod val="75000"/>
                    <a:lumOff val="25000"/>
                  </a:prst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Segoe UI" panose="020B0502040204020203" pitchFamily="34" charset="0"/>
              </a:rPr>
              <a:t>可以提供更多的</a:t>
            </a:r>
            <a:r>
              <a:rPr lang="zh-CN" altLang="en-US" dirty="0">
                <a:solidFill>
                  <a:prstClr val="black">
                    <a:lumMod val="75000"/>
                    <a:lumOff val="25000"/>
                  </a:prst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“</a:t>
            </a:r>
            <a:r>
              <a:rPr lang="zh-CN" altLang="en-US" b="1" dirty="0">
                <a:solidFill>
                  <a:prstClr val="black">
                    <a:lumMod val="75000"/>
                    <a:lumOff val="25000"/>
                  </a:prst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Segoe UI Semibold" panose="020B0702040204020203" pitchFamily="34" charset="0"/>
              </a:rPr>
              <a:t>平滑</a:t>
            </a:r>
            <a:r>
              <a:rPr lang="zh-CN" altLang="en-US" dirty="0">
                <a:solidFill>
                  <a:prstClr val="black">
                    <a:lumMod val="75000"/>
                    <a:lumOff val="25000"/>
                  </a:prst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”选项。</a:t>
            </a:r>
          </a:p>
        </p:txBody>
      </p:sp>
      <p:pic>
        <p:nvPicPr>
          <p:cNvPr id="2" name="图片 1" descr="显示“复制幻灯片”选项的幻灯片缩略图上下文菜单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045391" y="1455491"/>
            <a:ext cx="1402147" cy="1803887"/>
          </a:xfrm>
          <a:prstGeom prst="rect">
            <a:avLst/>
          </a:prstGeom>
        </p:spPr>
      </p:pic>
      <p:pic>
        <p:nvPicPr>
          <p:cNvPr id="6" name="图片 5" descr="显示平滑切换的“切换”选项卡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3684500" y="3159609"/>
            <a:ext cx="2467551" cy="1185923"/>
          </a:xfrm>
          <a:prstGeom prst="rect">
            <a:avLst/>
          </a:prstGeom>
        </p:spPr>
      </p:pic>
      <p:pic>
        <p:nvPicPr>
          <p:cNvPr id="5" name="图片 4" descr="“幻灯片放映”按钮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3837079" y="4344232"/>
            <a:ext cx="2134319" cy="887083"/>
          </a:xfrm>
          <a:prstGeom prst="rect">
            <a:avLst/>
          </a:prstGeom>
        </p:spPr>
      </p:pic>
      <p:cxnSp>
        <p:nvCxnSpPr>
          <p:cNvPr id="20" name="直接连接符​​(S) 1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>
            <a:off x="6296866" y="1472431"/>
            <a:ext cx="0" cy="4892634"/>
          </a:xfrm>
          <a:prstGeom prst="line">
            <a:avLst/>
          </a:prstGeom>
          <a:ln w="9525"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椭圆形 9" descr="蓝色大圆圈，内含浅蓝色小圆圈"/>
          <p:cNvSpPr/>
          <p:nvPr/>
        </p:nvSpPr>
        <p:spPr>
          <a:xfrm>
            <a:off x="7236525" y="1944862"/>
            <a:ext cx="3827244" cy="3743233"/>
          </a:xfrm>
          <a:prstGeom prst="ellipse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11" name="椭圆形 10" descr="深蓝色大圆圈中的浅蓝色小圆圈"/>
          <p:cNvSpPr/>
          <p:nvPr/>
        </p:nvSpPr>
        <p:spPr bwMode="ltGray">
          <a:xfrm>
            <a:off x="8086223" y="2796642"/>
            <a:ext cx="2148929" cy="2101759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5968336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 lvl="0" rtl="0"/>
            <a:r>
              <a:rPr lang="zh-cn" dirty="0">
                <a:cs typeface="Segoe UI Light" panose="020B0502040204020203" pitchFamily="34" charset="0"/>
              </a:rPr>
              <a:t>实时协同工作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half" idx="4294967295"/>
          </p:nvPr>
        </p:nvSpPr>
        <p:spPr>
          <a:xfrm>
            <a:off x="541611" y="1431010"/>
            <a:ext cx="4413626" cy="3978275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 rtl="0">
              <a:lnSpc>
                <a:spcPts val="1800"/>
              </a:lnSpc>
              <a:spcBef>
                <a:spcPts val="1000"/>
              </a:spcBef>
              <a:spcAft>
                <a:spcPts val="2000"/>
              </a:spcAft>
              <a:buNone/>
            </a:pPr>
            <a:r>
              <a:rPr lang="zh-cn" sz="1200">
                <a:solidFill>
                  <a:prstClr val="black">
                    <a:lumMod val="75000"/>
                    <a:lumOff val="25000"/>
                  </a:prstClr>
                </a:solidFill>
                <a:cs typeface="Segoe UI" panose="020B0502040204020203" pitchFamily="34" charset="0"/>
              </a:rPr>
              <a:t>与他人共享演示文稿时，可以看到他们同时与你协同工作。</a:t>
            </a:r>
            <a:br>
              <a:rPr lang="en-US" sz="1200" dirty="0">
                <a:solidFill>
                  <a:prstClr val="black">
                    <a:lumMod val="75000"/>
                    <a:lumOff val="25000"/>
                  </a:prstClr>
                </a:solidFill>
                <a:cs typeface="Segoe UI" panose="020B0502040204020203" pitchFamily="34" charset="0"/>
              </a:rPr>
            </a:br>
            <a:br>
              <a:rPr lang="en-US" sz="1200" dirty="0">
                <a:solidFill>
                  <a:prstClr val="black">
                    <a:lumMod val="75000"/>
                    <a:lumOff val="25000"/>
                  </a:prstClr>
                </a:solidFill>
                <a:cs typeface="Segoe UI" panose="020B0502040204020203" pitchFamily="34" charset="0"/>
              </a:rPr>
            </a:br>
            <a:r>
              <a:rPr lang="zh-cn" sz="1200">
                <a:solidFill>
                  <a:prstClr val="black">
                    <a:lumMod val="75000"/>
                    <a:lumOff val="25000"/>
                  </a:prstClr>
                </a:solidFill>
                <a:cs typeface="Segoe UI" panose="020B0502040204020203" pitchFamily="34" charset="0"/>
              </a:rPr>
              <a:t>工作方式如下：</a:t>
            </a:r>
          </a:p>
        </p:txBody>
      </p:sp>
      <p:pic>
        <p:nvPicPr>
          <p:cNvPr id="11" name="图片 10" descr="显示使用同一个演示文稿的人数的共享图标 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61984" y="2425111"/>
            <a:ext cx="3262550" cy="1475659"/>
          </a:xfrm>
          <a:prstGeom prst="rect">
            <a:avLst/>
          </a:prstGeom>
        </p:spPr>
      </p:pic>
      <p:grpSp>
        <p:nvGrpSpPr>
          <p:cNvPr id="33" name="组 32" descr="带有编号 1（表示第 1 步）的小圆圈"/>
          <p:cNvGrpSpPr/>
          <p:nvPr/>
        </p:nvGrpSpPr>
        <p:grpSpPr bwMode="blackWhite">
          <a:xfrm>
            <a:off x="558723" y="4531632"/>
            <a:ext cx="558179" cy="409838"/>
            <a:chOff x="6953426" y="711274"/>
            <a:chExt cx="558179" cy="409838"/>
          </a:xfrm>
        </p:grpSpPr>
        <p:sp>
          <p:nvSpPr>
            <p:cNvPr id="34" name="椭圆形 33" descr="小圆圈"/>
            <p:cNvSpPr/>
            <p:nvPr/>
          </p:nvSpPr>
          <p:spPr bwMode="blackWhite">
            <a:xfrm>
              <a:off x="7025069" y="711274"/>
              <a:ext cx="409838" cy="409838"/>
            </a:xfrm>
            <a:prstGeom prst="ellipse">
              <a:avLst/>
            </a:prstGeom>
            <a:solidFill>
              <a:srgbClr val="D247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n-US" dirty="0"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35" name="文本框 34" descr="编号 1"/>
            <p:cNvSpPr txBox="1"/>
            <p:nvPr/>
          </p:nvSpPr>
          <p:spPr bwMode="blackWhite">
            <a:xfrm>
              <a:off x="6953426" y="727564"/>
              <a:ext cx="55817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rtl="0"/>
              <a:r>
                <a:rPr lang="zh-cn" b="1" dirty="0">
                  <a:solidFill>
                    <a:schemeClr val="bg1"/>
                  </a:solidFill>
                  <a:latin typeface="Microsoft YaHei UI" panose="020B0503020204020204" pitchFamily="34" charset="-122"/>
                  <a:ea typeface="Microsoft YaHei UI" panose="020B0503020204020204" pitchFamily="34" charset="-122"/>
                  <a:cs typeface="Segoe UI Semibold" panose="020B0702040204020203" pitchFamily="34" charset="0"/>
                </a:rPr>
                <a:t>1</a:t>
              </a:r>
            </a:p>
          </p:txBody>
        </p:sp>
      </p:grpSp>
      <p:sp>
        <p:nvSpPr>
          <p:cNvPr id="42" name="内容占位符 17"/>
          <p:cNvSpPr txBox="1">
            <a:spLocks/>
          </p:cNvSpPr>
          <p:nvPr/>
        </p:nvSpPr>
        <p:spPr>
          <a:xfrm>
            <a:off x="1066039" y="4571824"/>
            <a:ext cx="2696774" cy="99258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rtl="0">
              <a:spcAft>
                <a:spcPts val="2000"/>
              </a:spcAft>
              <a:buNone/>
            </a:pPr>
            <a:r>
              <a:rPr lang="zh-cn" dirty="0">
                <a:solidFill>
                  <a:prstClr val="black">
                    <a:lumMod val="75000"/>
                    <a:lumOff val="25000"/>
                  </a:prst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Segoe UI" panose="020B0502040204020203" pitchFamily="34" charset="0"/>
              </a:rPr>
              <a:t>在功能区上方选择“</a:t>
            </a:r>
            <a:r>
              <a:rPr lang="zh-cn" dirty="0">
                <a:solidFill>
                  <a:srgbClr val="D24726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Segoe UI" panose="020B0502040204020203" pitchFamily="34" charset="0"/>
              </a:rPr>
              <a:t>共享</a:t>
            </a:r>
            <a:r>
              <a:rPr lang="zh-cn" dirty="0">
                <a:solidFill>
                  <a:prstClr val="black">
                    <a:lumMod val="75000"/>
                    <a:lumOff val="25000"/>
                  </a:prst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Segoe UI" panose="020B0502040204020203" pitchFamily="34" charset="0"/>
              </a:rPr>
              <a:t>”或使用快捷键 </a:t>
            </a:r>
            <a:r>
              <a:rPr lang="zh-cn" dirty="0">
                <a:solidFill>
                  <a:srgbClr val="D24726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Segoe UI" panose="020B0502040204020203" pitchFamily="34" charset="0"/>
              </a:rPr>
              <a:t>Alt-ZS</a:t>
            </a:r>
            <a:r>
              <a:rPr lang="zh-cn" dirty="0">
                <a:solidFill>
                  <a:prstClr val="black">
                    <a:lumMod val="75000"/>
                    <a:lumOff val="25000"/>
                  </a:prst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Segoe UI" panose="020B0502040204020203" pitchFamily="34" charset="0"/>
              </a:rPr>
              <a:t> 邀请他人与你协作（此时可保存到云中。）</a:t>
            </a:r>
          </a:p>
        </p:txBody>
      </p:sp>
      <p:pic>
        <p:nvPicPr>
          <p:cNvPr id="9" name="图片 8" descr="显示正在使用一张幻灯片的人员的标记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3861352" y="2434307"/>
            <a:ext cx="3841692" cy="2512927"/>
          </a:xfrm>
          <a:prstGeom prst="rect">
            <a:avLst/>
          </a:prstGeom>
        </p:spPr>
      </p:pic>
      <p:grpSp>
        <p:nvGrpSpPr>
          <p:cNvPr id="36" name="组 35" descr="带有编号 2（表示第 2 步）的小圆圈"/>
          <p:cNvGrpSpPr/>
          <p:nvPr/>
        </p:nvGrpSpPr>
        <p:grpSpPr bwMode="blackWhite">
          <a:xfrm>
            <a:off x="4249102" y="4531632"/>
            <a:ext cx="558179" cy="409838"/>
            <a:chOff x="6953426" y="711274"/>
            <a:chExt cx="558179" cy="409838"/>
          </a:xfrm>
        </p:grpSpPr>
        <p:sp>
          <p:nvSpPr>
            <p:cNvPr id="37" name="椭圆形 36" descr="小圆圈"/>
            <p:cNvSpPr/>
            <p:nvPr/>
          </p:nvSpPr>
          <p:spPr bwMode="blackWhite">
            <a:xfrm>
              <a:off x="7025069" y="711274"/>
              <a:ext cx="409838" cy="409838"/>
            </a:xfrm>
            <a:prstGeom prst="ellipse">
              <a:avLst/>
            </a:prstGeom>
            <a:solidFill>
              <a:srgbClr val="D247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n-US" dirty="0"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38" name="文本框 37" descr="编号 2"/>
            <p:cNvSpPr txBox="1"/>
            <p:nvPr/>
          </p:nvSpPr>
          <p:spPr bwMode="blackWhite">
            <a:xfrm>
              <a:off x="6953426" y="727564"/>
              <a:ext cx="55817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rtl="0"/>
              <a:r>
                <a:rPr lang="zh-cn" b="1" dirty="0">
                  <a:solidFill>
                    <a:schemeClr val="bg1"/>
                  </a:solidFill>
                  <a:latin typeface="Microsoft YaHei UI" panose="020B0503020204020204" pitchFamily="34" charset="-122"/>
                  <a:ea typeface="Microsoft YaHei UI" panose="020B0503020204020204" pitchFamily="34" charset="-122"/>
                  <a:cs typeface="Segoe UI Semibold" panose="020B0702040204020203" pitchFamily="34" charset="0"/>
                </a:rPr>
                <a:t>2</a:t>
              </a:r>
            </a:p>
          </p:txBody>
        </p:sp>
      </p:grpSp>
      <p:sp>
        <p:nvSpPr>
          <p:cNvPr id="43" name="内容占位符 17"/>
          <p:cNvSpPr txBox="1">
            <a:spLocks/>
          </p:cNvSpPr>
          <p:nvPr/>
        </p:nvSpPr>
        <p:spPr>
          <a:xfrm>
            <a:off x="4747856" y="4571824"/>
            <a:ext cx="2727178" cy="132405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rtl="0">
              <a:spcAft>
                <a:spcPts val="2000"/>
              </a:spcAft>
              <a:buNone/>
            </a:pPr>
            <a:r>
              <a:rPr lang="zh-cn" dirty="0">
                <a:solidFill>
                  <a:prstClr val="black">
                    <a:lumMod val="75000"/>
                    <a:lumOff val="25000"/>
                  </a:prst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Segoe UI" panose="020B0502040204020203" pitchFamily="34" charset="0"/>
              </a:rPr>
              <a:t>有其他人使用演示文稿时，会出现一个标记，显示哪位用户正在使用哪张幻灯片...</a:t>
            </a:r>
          </a:p>
        </p:txBody>
      </p:sp>
      <p:pic>
        <p:nvPicPr>
          <p:cNvPr id="12" name="图片 11" descr="显示正在编辑的幻灯片部分的标记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7899419" y="2350394"/>
            <a:ext cx="3563782" cy="2305343"/>
          </a:xfrm>
          <a:prstGeom prst="rect">
            <a:avLst/>
          </a:prstGeom>
        </p:spPr>
      </p:pic>
      <p:grpSp>
        <p:nvGrpSpPr>
          <p:cNvPr id="39" name="组 38" descr="带有编号 3（表示第 3 步）的小圆圈"/>
          <p:cNvGrpSpPr/>
          <p:nvPr/>
        </p:nvGrpSpPr>
        <p:grpSpPr bwMode="blackWhite">
          <a:xfrm>
            <a:off x="7930921" y="4531632"/>
            <a:ext cx="558179" cy="409838"/>
            <a:chOff x="6953426" y="711274"/>
            <a:chExt cx="558179" cy="409838"/>
          </a:xfrm>
        </p:grpSpPr>
        <p:sp>
          <p:nvSpPr>
            <p:cNvPr id="40" name="椭圆形 39" descr="小圆圈"/>
            <p:cNvSpPr/>
            <p:nvPr/>
          </p:nvSpPr>
          <p:spPr bwMode="blackWhite">
            <a:xfrm>
              <a:off x="7025069" y="711274"/>
              <a:ext cx="409838" cy="409838"/>
            </a:xfrm>
            <a:prstGeom prst="ellipse">
              <a:avLst/>
            </a:prstGeom>
            <a:solidFill>
              <a:srgbClr val="D247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n-US" dirty="0"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41" name="文本框 40" descr="编号 3"/>
            <p:cNvSpPr txBox="1"/>
            <p:nvPr/>
          </p:nvSpPr>
          <p:spPr bwMode="blackWhite">
            <a:xfrm>
              <a:off x="6953426" y="727564"/>
              <a:ext cx="55817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rtl="0"/>
              <a:r>
                <a:rPr lang="zh-cn" b="1" dirty="0">
                  <a:solidFill>
                    <a:schemeClr val="bg1"/>
                  </a:solidFill>
                  <a:latin typeface="Microsoft YaHei UI" panose="020B0503020204020204" pitchFamily="34" charset="-122"/>
                  <a:ea typeface="Microsoft YaHei UI" panose="020B0503020204020204" pitchFamily="34" charset="-122"/>
                  <a:cs typeface="Segoe UI Semibold" panose="020B0702040204020203" pitchFamily="34" charset="0"/>
                </a:rPr>
                <a:t>3</a:t>
              </a:r>
            </a:p>
          </p:txBody>
        </p:sp>
      </p:grpSp>
      <p:sp>
        <p:nvSpPr>
          <p:cNvPr id="44" name="内容占位符 17"/>
          <p:cNvSpPr txBox="1">
            <a:spLocks/>
          </p:cNvSpPr>
          <p:nvPr/>
        </p:nvSpPr>
        <p:spPr>
          <a:xfrm>
            <a:off x="8429668" y="4571824"/>
            <a:ext cx="2658635" cy="6977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rtl="0">
              <a:spcAft>
                <a:spcPts val="2000"/>
              </a:spcAft>
              <a:buNone/>
            </a:pPr>
            <a:r>
              <a:rPr lang="zh-cn">
                <a:solidFill>
                  <a:prstClr val="black">
                    <a:lumMod val="75000"/>
                    <a:lumOff val="25000"/>
                  </a:prst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Segoe UI" panose="020B0502040204020203" pitchFamily="34" charset="0"/>
              </a:rPr>
              <a:t>...以及他们正在编辑哪部分幻灯片。</a:t>
            </a:r>
          </a:p>
        </p:txBody>
      </p:sp>
    </p:spTree>
    <p:extLst>
      <p:ext uri="{BB962C8B-B14F-4D97-AF65-F5344CB8AC3E}">
        <p14:creationId xmlns:p14="http://schemas.microsoft.com/office/powerpoint/2010/main" val="13286760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zh-CN" altLang="en-US" dirty="0">
                <a:cs typeface="Segoe UI Light" panose="020B0502040204020203" pitchFamily="34" charset="0"/>
              </a:rPr>
              <a:t>熟练使用“操作说明搜索”</a:t>
            </a:r>
          </a:p>
        </p:txBody>
      </p:sp>
      <p:sp>
        <p:nvSpPr>
          <p:cNvPr id="38" name="内容占位符 17"/>
          <p:cNvSpPr txBox="1">
            <a:spLocks/>
          </p:cNvSpPr>
          <p:nvPr/>
        </p:nvSpPr>
        <p:spPr>
          <a:xfrm>
            <a:off x="541609" y="1296100"/>
            <a:ext cx="5110161" cy="12364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rtl="0">
              <a:spcAft>
                <a:spcPts val="2000"/>
              </a:spcAft>
              <a:buNone/>
            </a:pPr>
            <a:r>
              <a:rPr lang="zh-CN" altLang="en-US" dirty="0">
                <a:solidFill>
                  <a:prstClr val="black">
                    <a:lumMod val="75000"/>
                    <a:lumOff val="25000"/>
                  </a:prst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Segoe UI" panose="020B0502040204020203" pitchFamily="34" charset="0"/>
              </a:rPr>
              <a:t>“操作说明搜索”框可在需要时查找恰当的命令，</a:t>
            </a:r>
            <a:br>
              <a:rPr lang="zh-CN" altLang="en-US" dirty="0">
                <a:solidFill>
                  <a:prstClr val="black">
                    <a:lumMod val="75000"/>
                    <a:lumOff val="25000"/>
                  </a:prst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Segoe UI" panose="020B0502040204020203" pitchFamily="34" charset="0"/>
              </a:rPr>
            </a:br>
            <a:r>
              <a:rPr lang="zh-CN" altLang="en-US" dirty="0">
                <a:solidFill>
                  <a:prstClr val="black">
                    <a:lumMod val="75000"/>
                    <a:lumOff val="25000"/>
                  </a:prst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Segoe UI" panose="020B0502040204020203" pitchFamily="34" charset="0"/>
              </a:rPr>
              <a:t>为你节省时间并让你专心工作。</a:t>
            </a:r>
            <a:b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Segoe UI" panose="020B0502040204020203" pitchFamily="34" charset="0"/>
              </a:rPr>
            </a:br>
            <a:b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Segoe UI" panose="020B0502040204020203" pitchFamily="34" charset="0"/>
              </a:rPr>
            </a:br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Segoe UI" panose="020B0502040204020203" pitchFamily="34" charset="0"/>
              </a:rPr>
              <a:t>请尝试：</a:t>
            </a:r>
          </a:p>
        </p:txBody>
      </p:sp>
      <p:grpSp>
        <p:nvGrpSpPr>
          <p:cNvPr id="4" name="组 3" descr="带有编号 1（表示第 1 步）的小圆圈"/>
          <p:cNvGrpSpPr/>
          <p:nvPr/>
        </p:nvGrpSpPr>
        <p:grpSpPr bwMode="blackWhite">
          <a:xfrm>
            <a:off x="558723" y="2638502"/>
            <a:ext cx="558179" cy="409838"/>
            <a:chOff x="6953426" y="711274"/>
            <a:chExt cx="558179" cy="409838"/>
          </a:xfrm>
        </p:grpSpPr>
        <p:sp>
          <p:nvSpPr>
            <p:cNvPr id="2" name="椭圆形 1" descr="小圆圈"/>
            <p:cNvSpPr/>
            <p:nvPr/>
          </p:nvSpPr>
          <p:spPr bwMode="blackWhite">
            <a:xfrm>
              <a:off x="7025069" y="711274"/>
              <a:ext cx="409838" cy="409838"/>
            </a:xfrm>
            <a:prstGeom prst="ellipse">
              <a:avLst/>
            </a:prstGeom>
            <a:solidFill>
              <a:srgbClr val="D247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zh-CN" altLang="en-US"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3" name="文本框 2" descr="编号 1"/>
            <p:cNvSpPr txBox="1">
              <a:spLocks noChangeAspect="1"/>
            </p:cNvSpPr>
            <p:nvPr/>
          </p:nvSpPr>
          <p:spPr bwMode="blackWhite">
            <a:xfrm>
              <a:off x="6953426" y="727564"/>
              <a:ext cx="55817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rtl="0"/>
              <a:r>
                <a:rPr lang="en-US" altLang="zh-CN">
                  <a:solidFill>
                    <a:schemeClr val="bg1"/>
                  </a:solidFill>
                  <a:latin typeface="Microsoft YaHei UI" panose="020B0503020204020204" pitchFamily="34" charset="-122"/>
                  <a:ea typeface="Microsoft YaHei UI" panose="020B0503020204020204" pitchFamily="34" charset="-122"/>
                  <a:cs typeface="Segoe UI Semibold" panose="020B0702040204020203" pitchFamily="34" charset="0"/>
                </a:rPr>
                <a:t>1</a:t>
              </a:r>
            </a:p>
          </p:txBody>
        </p:sp>
      </p:grpSp>
      <p:sp>
        <p:nvSpPr>
          <p:cNvPr id="29" name="内容占位符 17"/>
          <p:cNvSpPr txBox="1">
            <a:spLocks/>
          </p:cNvSpPr>
          <p:nvPr/>
        </p:nvSpPr>
        <p:spPr>
          <a:xfrm>
            <a:off x="1066039" y="2678694"/>
            <a:ext cx="3121671" cy="46764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defTabSz="512763" rtl="0">
              <a:lnSpc>
                <a:spcPct val="100000"/>
              </a:lnSpc>
              <a:spcBef>
                <a:spcPts val="0"/>
              </a:spcBef>
              <a:spcAft>
                <a:spcPts val="2000"/>
              </a:spcAft>
              <a:buNone/>
            </a:pPr>
            <a:r>
              <a:rPr lang="zh-CN" altLang="en-US">
                <a:solidFill>
                  <a:prstClr val="black">
                    <a:lumMod val="75000"/>
                    <a:lumOff val="25000"/>
                  </a:prst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Segoe UI" panose="020B0502040204020203" pitchFamily="34" charset="0"/>
              </a:rPr>
              <a:t>选择右侧的“</a:t>
            </a:r>
            <a:r>
              <a:rPr lang="zh-CN" altLang="en-US">
                <a:solidFill>
                  <a:srgbClr val="40404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Segoe UI" panose="020B0502040204020203" pitchFamily="34" charset="0"/>
              </a:rPr>
              <a:t>机器人图片</a:t>
            </a:r>
            <a:r>
              <a:rPr lang="zh-CN" altLang="en-US">
                <a:solidFill>
                  <a:prstClr val="black">
                    <a:lumMod val="75000"/>
                    <a:lumOff val="25000"/>
                  </a:prst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Segoe UI" panose="020B0502040204020203" pitchFamily="34" charset="0"/>
              </a:rPr>
              <a:t>”。</a:t>
            </a:r>
          </a:p>
        </p:txBody>
      </p:sp>
      <p:grpSp>
        <p:nvGrpSpPr>
          <p:cNvPr id="19" name="组 18" descr="带有编号 2（表示第 2 步）的小圆圈"/>
          <p:cNvGrpSpPr/>
          <p:nvPr/>
        </p:nvGrpSpPr>
        <p:grpSpPr bwMode="blackWhite">
          <a:xfrm>
            <a:off x="558723" y="3312993"/>
            <a:ext cx="558179" cy="409838"/>
            <a:chOff x="6953426" y="711274"/>
            <a:chExt cx="558179" cy="409838"/>
          </a:xfrm>
        </p:grpSpPr>
        <p:sp>
          <p:nvSpPr>
            <p:cNvPr id="20" name="椭圆形 19" descr="小圆圈"/>
            <p:cNvSpPr/>
            <p:nvPr/>
          </p:nvSpPr>
          <p:spPr bwMode="blackWhite">
            <a:xfrm>
              <a:off x="7025069" y="711274"/>
              <a:ext cx="409838" cy="409838"/>
            </a:xfrm>
            <a:prstGeom prst="ellipse">
              <a:avLst/>
            </a:prstGeom>
            <a:solidFill>
              <a:srgbClr val="D247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zh-CN" altLang="en-US"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21" name="文本框 20" descr="编号 2"/>
            <p:cNvSpPr txBox="1">
              <a:spLocks noChangeAspect="1"/>
            </p:cNvSpPr>
            <p:nvPr/>
          </p:nvSpPr>
          <p:spPr bwMode="blackWhite">
            <a:xfrm>
              <a:off x="6953426" y="727564"/>
              <a:ext cx="55817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rtl="0"/>
              <a:r>
                <a:rPr lang="en-US" altLang="zh-CN">
                  <a:solidFill>
                    <a:schemeClr val="bg1"/>
                  </a:solidFill>
                  <a:latin typeface="Microsoft YaHei UI" panose="020B0503020204020204" pitchFamily="34" charset="-122"/>
                  <a:ea typeface="Microsoft YaHei UI" panose="020B0503020204020204" pitchFamily="34" charset="-122"/>
                  <a:cs typeface="Segoe UI Semibold" panose="020B0702040204020203" pitchFamily="34" charset="0"/>
                </a:rPr>
                <a:t>2</a:t>
              </a:r>
            </a:p>
          </p:txBody>
        </p:sp>
      </p:grpSp>
      <p:sp>
        <p:nvSpPr>
          <p:cNvPr id="22" name="内容占位符 17"/>
          <p:cNvSpPr txBox="1">
            <a:spLocks/>
          </p:cNvSpPr>
          <p:nvPr/>
        </p:nvSpPr>
        <p:spPr>
          <a:xfrm>
            <a:off x="1066039" y="3353185"/>
            <a:ext cx="3300015" cy="91399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rtl="0">
              <a:buNone/>
            </a:pPr>
            <a:r>
              <a:rPr lang="zh-CN" altLang="en-US" dirty="0">
                <a:solidFill>
                  <a:prstClr val="black">
                    <a:lumMod val="75000"/>
                    <a:lumOff val="25000"/>
                  </a:prst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Segoe UI" panose="020B0502040204020203" pitchFamily="34" charset="0"/>
              </a:rPr>
              <a:t>在“</a:t>
            </a:r>
            <a:r>
              <a:rPr lang="zh-CN" altLang="en-US" b="1" dirty="0">
                <a:solidFill>
                  <a:srgbClr val="D24726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Segoe UI Semibold" panose="020B0702040204020203" pitchFamily="34" charset="0"/>
              </a:rPr>
              <a:t>操作说明搜索</a:t>
            </a:r>
            <a:r>
              <a:rPr lang="zh-CN" altLang="en-US" dirty="0">
                <a:solidFill>
                  <a:prstClr val="black">
                    <a:lumMod val="75000"/>
                    <a:lumOff val="25000"/>
                  </a:prst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Segoe UI" panose="020B0502040204020203" pitchFamily="34" charset="0"/>
              </a:rPr>
              <a:t>”框中键入</a:t>
            </a:r>
            <a:r>
              <a:rPr lang="zh-CN" altLang="en-US" dirty="0">
                <a:solidFill>
                  <a:prstClr val="black">
                    <a:lumMod val="75000"/>
                    <a:lumOff val="25000"/>
                  </a:prst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“</a:t>
            </a:r>
            <a:r>
              <a:rPr lang="zh-CN" altLang="en-US" i="1" dirty="0">
                <a:solidFill>
                  <a:srgbClr val="D24726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Segoe UI" panose="020B0502040204020203" pitchFamily="34" charset="0"/>
              </a:rPr>
              <a:t>动画</a:t>
            </a:r>
            <a:r>
              <a:rPr lang="zh-CN" altLang="en-US" dirty="0">
                <a:solidFill>
                  <a:prstClr val="black">
                    <a:lumMod val="75000"/>
                    <a:lumOff val="25000"/>
                  </a:prst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”</a:t>
            </a:r>
            <a:r>
              <a:rPr lang="zh-CN" altLang="en-US" dirty="0">
                <a:solidFill>
                  <a:prstClr val="black">
                    <a:lumMod val="75000"/>
                    <a:lumOff val="25000"/>
                  </a:prst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Segoe UI" panose="020B0502040204020203" pitchFamily="34" charset="0"/>
              </a:rPr>
              <a:t>，然后选择“</a:t>
            </a:r>
            <a:r>
              <a:rPr lang="zh-CN" altLang="en-US" b="1" dirty="0">
                <a:solidFill>
                  <a:srgbClr val="D24726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Segoe UI Semibold" panose="020B0702040204020203" pitchFamily="34" charset="0"/>
              </a:rPr>
              <a:t>添加动画</a:t>
            </a:r>
            <a:r>
              <a:rPr lang="zh-CN" altLang="en-US" dirty="0">
                <a:solidFill>
                  <a:prstClr val="black">
                    <a:lumMod val="75000"/>
                    <a:lumOff val="25000"/>
                  </a:prst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Segoe UI" panose="020B0502040204020203" pitchFamily="34" charset="0"/>
              </a:rPr>
              <a:t>”。</a:t>
            </a:r>
          </a:p>
        </p:txBody>
      </p:sp>
      <p:grpSp>
        <p:nvGrpSpPr>
          <p:cNvPr id="31" name="组 30" descr="带有编号 3（表示第 3 步）的小圆圈"/>
          <p:cNvGrpSpPr/>
          <p:nvPr/>
        </p:nvGrpSpPr>
        <p:grpSpPr bwMode="blackWhite">
          <a:xfrm>
            <a:off x="557319" y="4263506"/>
            <a:ext cx="558179" cy="409838"/>
            <a:chOff x="6953426" y="711274"/>
            <a:chExt cx="558179" cy="409838"/>
          </a:xfrm>
        </p:grpSpPr>
        <p:sp>
          <p:nvSpPr>
            <p:cNvPr id="32" name="椭圆形 31" descr="小圆圈"/>
            <p:cNvSpPr/>
            <p:nvPr/>
          </p:nvSpPr>
          <p:spPr bwMode="blackWhite">
            <a:xfrm>
              <a:off x="7025069" y="711274"/>
              <a:ext cx="409838" cy="409838"/>
            </a:xfrm>
            <a:prstGeom prst="ellipse">
              <a:avLst/>
            </a:prstGeom>
            <a:solidFill>
              <a:srgbClr val="D247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zh-CN" altLang="en-US"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33" name="文本框 32" descr="编号 3"/>
            <p:cNvSpPr txBox="1">
              <a:spLocks noChangeAspect="1"/>
            </p:cNvSpPr>
            <p:nvPr/>
          </p:nvSpPr>
          <p:spPr bwMode="blackWhite">
            <a:xfrm>
              <a:off x="6953426" y="727564"/>
              <a:ext cx="55817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rtl="0"/>
              <a:r>
                <a:rPr lang="en-US" altLang="zh-CN">
                  <a:solidFill>
                    <a:schemeClr val="bg1"/>
                  </a:solidFill>
                  <a:latin typeface="Microsoft YaHei UI" panose="020B0503020204020204" pitchFamily="34" charset="-122"/>
                  <a:ea typeface="Microsoft YaHei UI" panose="020B0503020204020204" pitchFamily="34" charset="-122"/>
                  <a:cs typeface="Segoe UI Semibold" panose="020B0702040204020203" pitchFamily="34" charset="0"/>
                </a:rPr>
                <a:t>3</a:t>
              </a:r>
            </a:p>
          </p:txBody>
        </p:sp>
      </p:grpSp>
      <p:sp>
        <p:nvSpPr>
          <p:cNvPr id="34" name="内容占位符 17"/>
          <p:cNvSpPr txBox="1">
            <a:spLocks/>
          </p:cNvSpPr>
          <p:nvPr/>
        </p:nvSpPr>
        <p:spPr>
          <a:xfrm>
            <a:off x="1064636" y="4303697"/>
            <a:ext cx="2134038" cy="14460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defTabSz="512763" rtl="0">
              <a:spcAft>
                <a:spcPts val="2000"/>
              </a:spcAft>
              <a:buNone/>
            </a:pPr>
            <a:r>
              <a:rPr lang="zh-CN" altLang="en-US" dirty="0">
                <a:solidFill>
                  <a:prstClr val="black">
                    <a:lumMod val="75000"/>
                    <a:lumOff val="25000"/>
                  </a:prst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Segoe UI" panose="020B0502040204020203" pitchFamily="34" charset="0"/>
              </a:rPr>
              <a:t>选择一个动画效果，如“</a:t>
            </a:r>
            <a:r>
              <a:rPr lang="zh-CN" altLang="en-US" b="1" dirty="0">
                <a:solidFill>
                  <a:srgbClr val="D24726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Segoe UI Semibold" panose="020B0702040204020203" pitchFamily="34" charset="0"/>
              </a:rPr>
              <a:t>缩放</a:t>
            </a:r>
            <a:r>
              <a:rPr lang="zh-CN" altLang="en-US" dirty="0">
                <a:solidFill>
                  <a:prstClr val="black">
                    <a:lumMod val="75000"/>
                    <a:lumOff val="25000"/>
                  </a:prst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Segoe UI" panose="020B0502040204020203" pitchFamily="34" charset="0"/>
              </a:rPr>
              <a:t>”，看看会发生什么。</a:t>
            </a:r>
          </a:p>
        </p:txBody>
      </p:sp>
      <p:sp>
        <p:nvSpPr>
          <p:cNvPr id="25" name="文本框 16" descr="选我"/>
          <p:cNvSpPr txBox="1"/>
          <p:nvPr/>
        </p:nvSpPr>
        <p:spPr>
          <a:xfrm rot="21077122">
            <a:off x="5952681" y="1772253"/>
            <a:ext cx="1334770" cy="435610"/>
          </a:xfrm>
          <a:prstGeom prst="rect">
            <a:avLst/>
          </a:prstGeom>
          <a:noFill/>
          <a:ln>
            <a:noFill/>
          </a:ln>
          <a:effectLst/>
          <a:extLst>
            <a:ext uri="{C572A759-6A51-4108-AA02-DFA0A04FC94B}">
              <ma14:wrappingTextBoxFlag xmlns="" xmlns:ma14="http://schemas.microsoft.com/office/mac/drawingml/2011/main"/>
            </a:ext>
          </a:extLst>
        </p:spPr>
        <p:txBody>
          <a:bodyPr rot="0" spcFirstLastPara="0" vert="horz" wrap="non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algn="ctr" rtl="0">
              <a:spcBef>
                <a:spcPts val="0"/>
              </a:spcBef>
              <a:spcAft>
                <a:spcPts val="200"/>
              </a:spcAft>
              <a:tabLst>
                <a:tab pos="4931410" algn="l"/>
              </a:tabLst>
            </a:pPr>
            <a:r>
              <a:rPr lang="zh-CN" altLang="en-US" sz="1200" b="1" kern="1000" spc="100">
                <a:ln>
                  <a:noFill/>
                </a:ln>
                <a:solidFill>
                  <a:srgbClr val="D24726"/>
                </a:solidFill>
                <a:effectLst/>
                <a:latin typeface="Microsoft YaHei UI" panose="020B0503020204020204" pitchFamily="34" charset="-122"/>
                <a:ea typeface="Microsoft YaHei UI" panose="020B0503020204020204" pitchFamily="34" charset="-122"/>
                <a:cs typeface="Times New Roman" panose="02020603050405020304" pitchFamily="18" charset="0"/>
              </a:rPr>
              <a:t>选我</a:t>
            </a:r>
            <a:endParaRPr lang="zh-CN" altLang="en-US" sz="1200" b="1" kern="1400">
              <a:solidFill>
                <a:srgbClr val="D24726"/>
              </a:solidFill>
              <a:effectLst/>
              <a:latin typeface="Microsoft YaHei UI" panose="020B0503020204020204" pitchFamily="34" charset="-122"/>
              <a:ea typeface="Microsoft YaHei UI" panose="020B0503020204020204" pitchFamily="34" charset="-122"/>
              <a:cs typeface="Times New Roman" panose="02020603050405020304" pitchFamily="18" charset="0"/>
            </a:endParaRPr>
          </a:p>
        </p:txBody>
      </p:sp>
      <p:pic>
        <p:nvPicPr>
          <p:cNvPr id="5" name="图片 4" descr="“操作说明搜索”框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13914" y="3410945"/>
            <a:ext cx="2106152" cy="220832"/>
          </a:xfrm>
          <a:prstGeom prst="rect">
            <a:avLst/>
          </a:prstGeom>
        </p:spPr>
      </p:pic>
      <p:pic>
        <p:nvPicPr>
          <p:cNvPr id="7" name="图片 6" descr="显示缩放选项的“动画”选项卡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3224509" y="4069080"/>
            <a:ext cx="3803903" cy="2438400"/>
          </a:xfrm>
          <a:prstGeom prst="rect">
            <a:avLst/>
          </a:prstGeom>
        </p:spPr>
      </p:pic>
      <p:pic>
        <p:nvPicPr>
          <p:cNvPr id="24" name="图片 2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3861835" flipH="1">
            <a:off x="6740574" y="1787378"/>
            <a:ext cx="851862" cy="939987"/>
          </a:xfrm>
          <a:prstGeom prst="rect">
            <a:avLst/>
          </a:prstGeom>
        </p:spPr>
      </p:pic>
      <p:pic>
        <p:nvPicPr>
          <p:cNvPr id="23" name="图片 22" descr="机器人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12741" y="1646170"/>
            <a:ext cx="2775459" cy="45318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76681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7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zh-CN" altLang="en-US" dirty="0">
                <a:cs typeface="Segoe UI Light" panose="020B0502040204020203" pitchFamily="34" charset="0"/>
              </a:rPr>
              <a:t>无需离开幻灯片即可浏览</a:t>
            </a:r>
          </a:p>
        </p:txBody>
      </p:sp>
      <p:sp>
        <p:nvSpPr>
          <p:cNvPr id="16" name="内容占位符 17"/>
          <p:cNvSpPr txBox="1">
            <a:spLocks/>
          </p:cNvSpPr>
          <p:nvPr/>
        </p:nvSpPr>
        <p:spPr>
          <a:xfrm>
            <a:off x="541609" y="1296100"/>
            <a:ext cx="6093106" cy="12364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rtl="0">
              <a:spcAft>
                <a:spcPts val="2000"/>
              </a:spcAft>
              <a:buNone/>
            </a:pPr>
            <a:r>
              <a:rPr lang="zh-CN" altLang="en-US">
                <a:latin typeface="Microsoft YaHei UI" panose="020B0503020204020204" pitchFamily="34" charset="-122"/>
                <a:ea typeface="Microsoft YaHei UI" panose="020B0503020204020204" pitchFamily="34" charset="-122"/>
                <a:cs typeface="Segoe UI" panose="020B0502040204020203" pitchFamily="34" charset="0"/>
              </a:rPr>
              <a:t>智能查找功能支持直接在 </a:t>
            </a:r>
            <a:r>
              <a:rPr lang="en-US" altLang="zh-CN">
                <a:latin typeface="Microsoft YaHei UI" panose="020B0503020204020204" pitchFamily="34" charset="-122"/>
                <a:ea typeface="Microsoft YaHei UI" panose="020B0503020204020204" pitchFamily="34" charset="-122"/>
                <a:cs typeface="Segoe UI" panose="020B0502040204020203" pitchFamily="34" charset="0"/>
              </a:rPr>
              <a:t>PowerPoint </a:t>
            </a:r>
            <a:r>
              <a:rPr lang="zh-CN" altLang="en-US">
                <a:latin typeface="Microsoft YaHei UI" panose="020B0503020204020204" pitchFamily="34" charset="-122"/>
                <a:ea typeface="Microsoft YaHei UI" panose="020B0503020204020204" pitchFamily="34" charset="-122"/>
                <a:cs typeface="Segoe UI" panose="020B0502040204020203" pitchFamily="34" charset="0"/>
              </a:rPr>
              <a:t>中检索信息。</a:t>
            </a:r>
            <a:br>
              <a:rPr lang="zh-CN" altLang="en-US">
                <a:latin typeface="Microsoft YaHei UI" panose="020B0503020204020204" pitchFamily="34" charset="-122"/>
                <a:ea typeface="Microsoft YaHei UI" panose="020B0503020204020204" pitchFamily="34" charset="-122"/>
                <a:cs typeface="Segoe UI" panose="020B0502040204020203" pitchFamily="34" charset="0"/>
              </a:rPr>
            </a:br>
            <a:br>
              <a:rPr lang="zh-CN" altLang="en-US">
                <a:latin typeface="Microsoft YaHei UI" panose="020B0503020204020204" pitchFamily="34" charset="-122"/>
                <a:ea typeface="Microsoft YaHei UI" panose="020B0503020204020204" pitchFamily="34" charset="-122"/>
                <a:cs typeface="Segoe UI" panose="020B0502040204020203" pitchFamily="34" charset="0"/>
              </a:rPr>
            </a:br>
            <a:r>
              <a:rPr lang="zh-CN" altLang="en-US">
                <a:latin typeface="Microsoft YaHei UI" panose="020B0503020204020204" pitchFamily="34" charset="-122"/>
                <a:ea typeface="Microsoft YaHei UI" panose="020B0503020204020204" pitchFamily="34" charset="-122"/>
                <a:cs typeface="Segoe UI" panose="020B0502040204020203" pitchFamily="34" charset="0"/>
              </a:rPr>
              <a:t>请尝试：</a:t>
            </a:r>
          </a:p>
        </p:txBody>
      </p:sp>
      <p:pic>
        <p:nvPicPr>
          <p:cNvPr id="18" name="图片 17" descr="显示“智能查找”功能的三张图片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94408" y="2145058"/>
            <a:ext cx="11129521" cy="3197087"/>
          </a:xfrm>
          <a:prstGeom prst="rect">
            <a:avLst/>
          </a:prstGeom>
        </p:spPr>
      </p:pic>
      <p:grpSp>
        <p:nvGrpSpPr>
          <p:cNvPr id="33" name="组 32" descr="带有编号 1（表示第 1 步）的小圆圈"/>
          <p:cNvGrpSpPr/>
          <p:nvPr/>
        </p:nvGrpSpPr>
        <p:grpSpPr bwMode="blackWhite">
          <a:xfrm>
            <a:off x="558723" y="5233381"/>
            <a:ext cx="558179" cy="409838"/>
            <a:chOff x="6953426" y="711274"/>
            <a:chExt cx="558179" cy="409838"/>
          </a:xfrm>
        </p:grpSpPr>
        <p:sp>
          <p:nvSpPr>
            <p:cNvPr id="34" name="椭圆形 33" descr="小圆圈"/>
            <p:cNvSpPr/>
            <p:nvPr/>
          </p:nvSpPr>
          <p:spPr bwMode="blackWhite">
            <a:xfrm>
              <a:off x="7025069" y="711274"/>
              <a:ext cx="409838" cy="409838"/>
            </a:xfrm>
            <a:prstGeom prst="ellipse">
              <a:avLst/>
            </a:prstGeom>
            <a:solidFill>
              <a:srgbClr val="D247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zh-CN" altLang="en-US"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35" name="文本框 34" descr="编号 1"/>
            <p:cNvSpPr txBox="1"/>
            <p:nvPr/>
          </p:nvSpPr>
          <p:spPr bwMode="blackWhite">
            <a:xfrm>
              <a:off x="6953426" y="727564"/>
              <a:ext cx="55817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rtl="0"/>
              <a:r>
                <a:rPr lang="en-US" altLang="zh-CN" b="1" dirty="0">
                  <a:solidFill>
                    <a:schemeClr val="bg1"/>
                  </a:solidFill>
                  <a:latin typeface="Microsoft YaHei UI" panose="020B0503020204020204" pitchFamily="34" charset="-122"/>
                  <a:ea typeface="Microsoft YaHei UI" panose="020B0503020204020204" pitchFamily="34" charset="-122"/>
                  <a:cs typeface="Segoe UI Semibold" panose="020B0702040204020203" pitchFamily="34" charset="0"/>
                </a:rPr>
                <a:t>1</a:t>
              </a:r>
            </a:p>
          </p:txBody>
        </p:sp>
      </p:grpSp>
      <p:sp>
        <p:nvSpPr>
          <p:cNvPr id="42" name="内容占位符 17"/>
          <p:cNvSpPr txBox="1">
            <a:spLocks/>
          </p:cNvSpPr>
          <p:nvPr/>
        </p:nvSpPr>
        <p:spPr>
          <a:xfrm>
            <a:off x="1066038" y="5273573"/>
            <a:ext cx="2919669" cy="129839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rtl="0">
              <a:spcAft>
                <a:spcPts val="2000"/>
              </a:spcAft>
              <a:buNone/>
            </a:pPr>
            <a:r>
              <a:rPr lang="zh-CN" altLang="en-US" dirty="0">
                <a:solidFill>
                  <a:prstClr val="black">
                    <a:lumMod val="75000"/>
                    <a:lumOff val="25000"/>
                  </a:prst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Segoe UI" panose="020B0502040204020203" pitchFamily="34" charset="0"/>
              </a:rPr>
              <a:t>右键单击词组“</a:t>
            </a:r>
            <a:r>
              <a:rPr lang="zh-CN" altLang="en-US" sz="1800" dirty="0">
                <a:solidFill>
                  <a:prstClr val="black">
                    <a:lumMod val="75000"/>
                    <a:lumOff val="25000"/>
                  </a:prst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Segoe UI" panose="020B0502040204020203" pitchFamily="34" charset="0"/>
              </a:rPr>
              <a:t>办公室家具</a:t>
            </a:r>
            <a:r>
              <a:rPr lang="zh-CN" altLang="en-US" dirty="0">
                <a:solidFill>
                  <a:prstClr val="black">
                    <a:lumMod val="75000"/>
                    <a:lumOff val="25000"/>
                  </a:prst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Segoe UI" panose="020B0502040204020203" pitchFamily="34" charset="0"/>
              </a:rPr>
              <a:t>”中的单词“</a:t>
            </a:r>
            <a:r>
              <a:rPr lang="zh-CN" altLang="en-US" i="1" dirty="0">
                <a:solidFill>
                  <a:srgbClr val="D24726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Segoe UI" panose="020B0502040204020203" pitchFamily="34" charset="0"/>
              </a:rPr>
              <a:t>办公室</a:t>
            </a:r>
            <a:r>
              <a:rPr lang="zh-CN" altLang="en-US" dirty="0">
                <a:solidFill>
                  <a:prstClr val="black">
                    <a:lumMod val="75000"/>
                    <a:lumOff val="25000"/>
                  </a:prst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Segoe UI" panose="020B0502040204020203" pitchFamily="34" charset="0"/>
              </a:rPr>
              <a:t>”</a:t>
            </a:r>
          </a:p>
        </p:txBody>
      </p:sp>
      <p:grpSp>
        <p:nvGrpSpPr>
          <p:cNvPr id="36" name="组 35" descr="带有编号 2（表示第 2 步）的小圆圈"/>
          <p:cNvGrpSpPr/>
          <p:nvPr/>
        </p:nvGrpSpPr>
        <p:grpSpPr bwMode="blackWhite">
          <a:xfrm>
            <a:off x="4249102" y="5233381"/>
            <a:ext cx="558179" cy="409838"/>
            <a:chOff x="6953426" y="711274"/>
            <a:chExt cx="558179" cy="409838"/>
          </a:xfrm>
        </p:grpSpPr>
        <p:sp>
          <p:nvSpPr>
            <p:cNvPr id="37" name="椭圆形 36" descr="小圆圈"/>
            <p:cNvSpPr/>
            <p:nvPr/>
          </p:nvSpPr>
          <p:spPr bwMode="blackWhite">
            <a:xfrm>
              <a:off x="7025069" y="711274"/>
              <a:ext cx="409838" cy="409838"/>
            </a:xfrm>
            <a:prstGeom prst="ellipse">
              <a:avLst/>
            </a:prstGeom>
            <a:solidFill>
              <a:srgbClr val="D247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zh-CN" altLang="en-US"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38" name="文本框 37" descr="编号 2"/>
            <p:cNvSpPr txBox="1"/>
            <p:nvPr/>
          </p:nvSpPr>
          <p:spPr bwMode="blackWhite">
            <a:xfrm>
              <a:off x="6953426" y="727564"/>
              <a:ext cx="55817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rtl="0"/>
              <a:r>
                <a:rPr lang="en-US" altLang="zh-CN" b="1" dirty="0">
                  <a:solidFill>
                    <a:schemeClr val="bg1"/>
                  </a:solidFill>
                  <a:latin typeface="Microsoft YaHei UI" panose="020B0503020204020204" pitchFamily="34" charset="-122"/>
                  <a:ea typeface="Microsoft YaHei UI" panose="020B0503020204020204" pitchFamily="34" charset="-122"/>
                  <a:cs typeface="Segoe UI Semibold" panose="020B0702040204020203" pitchFamily="34" charset="0"/>
                </a:rPr>
                <a:t>2</a:t>
              </a:r>
            </a:p>
          </p:txBody>
        </p:sp>
      </p:grpSp>
      <p:sp>
        <p:nvSpPr>
          <p:cNvPr id="43" name="内容占位符 17"/>
          <p:cNvSpPr txBox="1">
            <a:spLocks/>
          </p:cNvSpPr>
          <p:nvPr/>
        </p:nvSpPr>
        <p:spPr>
          <a:xfrm>
            <a:off x="4747855" y="5273573"/>
            <a:ext cx="3106367" cy="132405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rtl="0">
              <a:spcAft>
                <a:spcPts val="2000"/>
              </a:spcAft>
              <a:buNone/>
            </a:pPr>
            <a:r>
              <a:rPr lang="zh-CN" altLang="en-US" dirty="0">
                <a:solidFill>
                  <a:prstClr val="black">
                    <a:lumMod val="75000"/>
                    <a:lumOff val="25000"/>
                  </a:prst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Segoe UI" panose="020B0502040204020203" pitchFamily="34" charset="0"/>
              </a:rPr>
              <a:t>选择”</a:t>
            </a:r>
            <a:r>
              <a:rPr lang="zh-CN" altLang="en-US" b="1" dirty="0">
                <a:solidFill>
                  <a:srgbClr val="D24726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Segoe UI Semibold" panose="020B0702040204020203" pitchFamily="34" charset="0"/>
              </a:rPr>
              <a:t>智能查找</a:t>
            </a:r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Segoe UI" panose="020B0502040204020203" pitchFamily="34" charset="0"/>
              </a:rPr>
              <a:t>”，请注意，结果是该词组的上下文，而不是“</a:t>
            </a:r>
            <a:r>
              <a:rPr lang="en-US" altLang="zh-CN" sz="180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Segoe UI" panose="020B0502040204020203" pitchFamily="34" charset="0"/>
              </a:rPr>
              <a:t>Microsoft Office </a:t>
            </a:r>
            <a:r>
              <a:rPr lang="zh-CN" altLang="en-US" sz="180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Segoe UI" panose="020B0502040204020203" pitchFamily="34" charset="0"/>
              </a:rPr>
              <a:t>应用</a:t>
            </a:r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Segoe UI" panose="020B0502040204020203" pitchFamily="34" charset="0"/>
              </a:rPr>
              <a:t>” 。</a:t>
            </a:r>
            <a:endParaRPr lang="zh-CN" altLang="en-US" dirty="0">
              <a:solidFill>
                <a:srgbClr val="D24726"/>
              </a:solidFill>
              <a:latin typeface="Microsoft YaHei UI" panose="020B0503020204020204" pitchFamily="34" charset="-122"/>
              <a:ea typeface="Microsoft YaHei UI" panose="020B0503020204020204" pitchFamily="34" charset="-122"/>
              <a:cs typeface="Segoe UI" panose="020B0502040204020203" pitchFamily="34" charset="0"/>
            </a:endParaRPr>
          </a:p>
        </p:txBody>
      </p:sp>
      <p:grpSp>
        <p:nvGrpSpPr>
          <p:cNvPr id="39" name="组 38" descr="带有编号 3（表示第 3 步）的小圆圈"/>
          <p:cNvGrpSpPr/>
          <p:nvPr/>
        </p:nvGrpSpPr>
        <p:grpSpPr bwMode="blackWhite">
          <a:xfrm>
            <a:off x="7930921" y="5233381"/>
            <a:ext cx="558179" cy="409838"/>
            <a:chOff x="6953426" y="711274"/>
            <a:chExt cx="558179" cy="409838"/>
          </a:xfrm>
        </p:grpSpPr>
        <p:sp>
          <p:nvSpPr>
            <p:cNvPr id="40" name="椭圆形 39" descr="小圆圈"/>
            <p:cNvSpPr/>
            <p:nvPr/>
          </p:nvSpPr>
          <p:spPr bwMode="blackWhite">
            <a:xfrm>
              <a:off x="7025069" y="711274"/>
              <a:ext cx="409838" cy="409838"/>
            </a:xfrm>
            <a:prstGeom prst="ellipse">
              <a:avLst/>
            </a:prstGeom>
            <a:solidFill>
              <a:srgbClr val="D247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zh-CN" altLang="en-US"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41" name="文本框 40" descr="编号 3"/>
            <p:cNvSpPr txBox="1"/>
            <p:nvPr/>
          </p:nvSpPr>
          <p:spPr bwMode="blackWhite">
            <a:xfrm>
              <a:off x="6953426" y="727564"/>
              <a:ext cx="55817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rtl="0"/>
              <a:r>
                <a:rPr lang="en-US" altLang="zh-CN" b="1" dirty="0">
                  <a:solidFill>
                    <a:schemeClr val="bg1"/>
                  </a:solidFill>
                  <a:latin typeface="Microsoft YaHei UI" panose="020B0503020204020204" pitchFamily="34" charset="-122"/>
                  <a:ea typeface="Microsoft YaHei UI" panose="020B0503020204020204" pitchFamily="34" charset="-122"/>
                  <a:cs typeface="Segoe UI Semibold" panose="020B0702040204020203" pitchFamily="34" charset="0"/>
                </a:rPr>
                <a:t>3</a:t>
              </a:r>
            </a:p>
          </p:txBody>
        </p:sp>
      </p:grpSp>
      <p:sp>
        <p:nvSpPr>
          <p:cNvPr id="44" name="内容占位符 17"/>
          <p:cNvSpPr txBox="1">
            <a:spLocks/>
          </p:cNvSpPr>
          <p:nvPr/>
        </p:nvSpPr>
        <p:spPr>
          <a:xfrm>
            <a:off x="8429668" y="5273573"/>
            <a:ext cx="3107336" cy="134188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rtl="0">
              <a:spcAft>
                <a:spcPts val="2000"/>
              </a:spcAft>
              <a:buNone/>
            </a:pPr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Segoe UI" panose="020B0502040204020203" pitchFamily="34" charset="0"/>
              </a:rPr>
              <a:t>接下来右键单击第 </a:t>
            </a:r>
            <a:r>
              <a:rPr lang="en-US" altLang="zh-CN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Segoe UI" panose="020B0502040204020203" pitchFamily="34" charset="0"/>
              </a:rPr>
              <a:t>2 </a:t>
            </a:r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Segoe UI" panose="020B0502040204020203" pitchFamily="34" charset="0"/>
              </a:rPr>
              <a:t>步中的单词“</a:t>
            </a:r>
            <a:r>
              <a:rPr lang="zh-CN" altLang="en-US" i="1" dirty="0">
                <a:solidFill>
                  <a:srgbClr val="D24726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Segoe UI" panose="020B0502040204020203" pitchFamily="34" charset="0"/>
              </a:rPr>
              <a:t>办公室</a:t>
            </a:r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Segoe UI" panose="020B0502040204020203" pitchFamily="34" charset="0"/>
              </a:rPr>
              <a:t>”，再试试“智能查找”功能。</a:t>
            </a:r>
          </a:p>
          <a:p>
            <a:pPr marL="0" indent="0" rtl="0">
              <a:spcAft>
                <a:spcPts val="2000"/>
              </a:spcAft>
              <a:buNone/>
            </a:pPr>
            <a:endParaRPr lang="zh-CN" altLang="en-US" dirty="0">
              <a:solidFill>
                <a:prstClr val="black">
                  <a:lumMod val="75000"/>
                  <a:lumOff val="25000"/>
                </a:prstClr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7693260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theme/theme1.xml><?xml version="1.0" encoding="utf-8"?>
<a:theme xmlns:a="http://schemas.openxmlformats.org/drawingml/2006/main" name="自定义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Segoe UI">
      <a:majorFont>
        <a:latin typeface="Segoe UI Light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60957307_TF10001108_Win32" id="{08D89365-2E4C-432D-9349-8DF9B80AEEA1}" vid="{010FF314-90DF-4A21-BD0D-ADCBA34234AC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{73014A2E-FCD2-4E78-A8FA-D6854110356F}TF2989475c-5427-4edb-9ec1-00f4ce72165b3fd62f5f_win32-0bdc71b0dd9b</Template>
  <TotalTime>0</TotalTime>
  <Words>589</Words>
  <Application>Microsoft Office PowerPoint</Application>
  <PresentationFormat>宽屏</PresentationFormat>
  <Paragraphs>67</Paragraphs>
  <Slides>9</Slides>
  <Notes>9</Notes>
  <HiddenSlides>0</HiddenSlides>
  <MMClips>1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6" baseType="lpstr">
      <vt:lpstr>Microsoft YaHei UI</vt:lpstr>
      <vt:lpstr>Microsoft YaHei UI Light</vt:lpstr>
      <vt:lpstr>Arial</vt:lpstr>
      <vt:lpstr>Segoe UI</vt:lpstr>
      <vt:lpstr>Segoe UI Light</vt:lpstr>
      <vt:lpstr>Segoe UI Semibold</vt:lpstr>
      <vt:lpstr>自定义</vt:lpstr>
      <vt:lpstr>尚有关于 PowerPoint 的问题？</vt:lpstr>
      <vt:lpstr>欢迎使用 PowerPoint</vt:lpstr>
      <vt:lpstr>设计器可帮助用户表达观点</vt:lpstr>
      <vt:lpstr>如何使用 PowerPoint 设计器</vt:lpstr>
      <vt:lpstr>平滑</vt:lpstr>
      <vt:lpstr>设置“平滑”</vt:lpstr>
      <vt:lpstr>实时协同工作</vt:lpstr>
      <vt:lpstr>熟练使用“操作说明搜索”</vt:lpstr>
      <vt:lpstr>无需离开幻灯片即可浏览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Hadrian Saul</dc:creator>
  <cp:keywords/>
  <cp:lastModifiedBy>Hadrian Saul</cp:lastModifiedBy>
  <cp:revision>1</cp:revision>
  <dcterms:created xsi:type="dcterms:W3CDTF">2026-02-01T04:41:04Z</dcterms:created>
  <dcterms:modified xsi:type="dcterms:W3CDTF">2026-02-01T04:42:02Z</dcterms:modified>
  <cp:version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defa4170-0d19-0005-0004-bc88714345d2_Enabled">
    <vt:lpwstr>true</vt:lpwstr>
  </property>
  <property fmtid="{D5CDD505-2E9C-101B-9397-08002B2CF9AE}" pid="3" name="MSIP_Label_defa4170-0d19-0005-0004-bc88714345d2_SetDate">
    <vt:lpwstr>2026-02-01T04:42:02Z</vt:lpwstr>
  </property>
  <property fmtid="{D5CDD505-2E9C-101B-9397-08002B2CF9AE}" pid="4" name="MSIP_Label_defa4170-0d19-0005-0004-bc88714345d2_Method">
    <vt:lpwstr>Standard</vt:lpwstr>
  </property>
  <property fmtid="{D5CDD505-2E9C-101B-9397-08002B2CF9AE}" pid="5" name="MSIP_Label_defa4170-0d19-0005-0004-bc88714345d2_Name">
    <vt:lpwstr>defa4170-0d19-0005-0004-bc88714345d2</vt:lpwstr>
  </property>
  <property fmtid="{D5CDD505-2E9C-101B-9397-08002B2CF9AE}" pid="6" name="MSIP_Label_defa4170-0d19-0005-0004-bc88714345d2_SiteId">
    <vt:lpwstr>9cc976bf-a441-4fa2-8bda-2e0a2971b05a</vt:lpwstr>
  </property>
  <property fmtid="{D5CDD505-2E9C-101B-9397-08002B2CF9AE}" pid="7" name="MSIP_Label_defa4170-0d19-0005-0004-bc88714345d2_ActionId">
    <vt:lpwstr>6004d7a4-22ff-4016-a52f-e5695e7b83a1</vt:lpwstr>
  </property>
  <property fmtid="{D5CDD505-2E9C-101B-9397-08002B2CF9AE}" pid="8" name="MSIP_Label_defa4170-0d19-0005-0004-bc88714345d2_ContentBits">
    <vt:lpwstr>0</vt:lpwstr>
  </property>
  <property fmtid="{D5CDD505-2E9C-101B-9397-08002B2CF9AE}" pid="9" name="MSIP_Label_defa4170-0d19-0005-0004-bc88714345d2_Tag">
    <vt:lpwstr>10, 3, 0, 1</vt:lpwstr>
  </property>
</Properties>
</file>